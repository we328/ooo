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1b638b4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1b638b4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1b638b42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1b638b42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b638b42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b638b42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1b638b42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1b638b42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1b638b42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1b638b42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b638b42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1b638b42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b638b42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1b638b42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b638b42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1b638b42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1b638b42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1b638b4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b638b42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1b638b42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b638b42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b638b42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b638b42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b638b42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b638b4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1b638b4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b638b42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b638b42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