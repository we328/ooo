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7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7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7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7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44221" y="1807903"/>
            <a:ext cx="5032375" cy="3164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7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216427" y="4322326"/>
            <a:ext cx="8449944" cy="2755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SimSun"/>
                <a:cs typeface="SimSu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27870"/>
            <a:ext cx="17258665" cy="7632700"/>
            <a:chOff x="0" y="1327870"/>
            <a:chExt cx="17258665" cy="7632700"/>
          </a:xfrm>
        </p:grpSpPr>
        <p:sp>
          <p:nvSpPr>
            <p:cNvPr id="3" name="object 3"/>
            <p:cNvSpPr/>
            <p:nvPr/>
          </p:nvSpPr>
          <p:spPr>
            <a:xfrm>
              <a:off x="0" y="1327870"/>
              <a:ext cx="17258665" cy="7632700"/>
            </a:xfrm>
            <a:custGeom>
              <a:avLst/>
              <a:gdLst/>
              <a:ahLst/>
              <a:cxnLst/>
              <a:rect l="l" t="t" r="r" b="b"/>
              <a:pathLst>
                <a:path w="17258665" h="7632700">
                  <a:moveTo>
                    <a:pt x="13729254" y="7632699"/>
                  </a:moveTo>
                  <a:lnTo>
                    <a:pt x="0" y="7632699"/>
                  </a:lnTo>
                  <a:lnTo>
                    <a:pt x="0" y="0"/>
                  </a:lnTo>
                  <a:lnTo>
                    <a:pt x="13538498" y="0"/>
                  </a:lnTo>
                  <a:lnTo>
                    <a:pt x="13586416" y="12699"/>
                  </a:lnTo>
                  <a:lnTo>
                    <a:pt x="13729254" y="12699"/>
                  </a:lnTo>
                  <a:lnTo>
                    <a:pt x="13776550" y="25399"/>
                  </a:lnTo>
                  <a:lnTo>
                    <a:pt x="13870647" y="25399"/>
                  </a:lnTo>
                  <a:lnTo>
                    <a:pt x="13917440" y="38099"/>
                  </a:lnTo>
                  <a:lnTo>
                    <a:pt x="13964060" y="38099"/>
                  </a:lnTo>
                  <a:lnTo>
                    <a:pt x="14010501" y="50799"/>
                  </a:lnTo>
                  <a:lnTo>
                    <a:pt x="14056760" y="50799"/>
                  </a:lnTo>
                  <a:lnTo>
                    <a:pt x="14148721" y="76199"/>
                  </a:lnTo>
                  <a:lnTo>
                    <a:pt x="14194415" y="76199"/>
                  </a:lnTo>
                  <a:lnTo>
                    <a:pt x="14330311" y="114299"/>
                  </a:lnTo>
                  <a:lnTo>
                    <a:pt x="14375202" y="114299"/>
                  </a:lnTo>
                  <a:lnTo>
                    <a:pt x="14640028" y="190499"/>
                  </a:lnTo>
                  <a:lnTo>
                    <a:pt x="14683380" y="215899"/>
                  </a:lnTo>
                  <a:lnTo>
                    <a:pt x="14812017" y="253999"/>
                  </a:lnTo>
                  <a:lnTo>
                    <a:pt x="14854412" y="279399"/>
                  </a:lnTo>
                  <a:lnTo>
                    <a:pt x="14938454" y="304799"/>
                  </a:lnTo>
                  <a:lnTo>
                    <a:pt x="14980094" y="330199"/>
                  </a:lnTo>
                  <a:lnTo>
                    <a:pt x="15021476" y="342899"/>
                  </a:lnTo>
                  <a:lnTo>
                    <a:pt x="15062597" y="368299"/>
                  </a:lnTo>
                  <a:lnTo>
                    <a:pt x="15103451" y="380999"/>
                  </a:lnTo>
                  <a:lnTo>
                    <a:pt x="15144037" y="406399"/>
                  </a:lnTo>
                  <a:lnTo>
                    <a:pt x="15184351" y="419099"/>
                  </a:lnTo>
                  <a:lnTo>
                    <a:pt x="15264147" y="469899"/>
                  </a:lnTo>
                  <a:lnTo>
                    <a:pt x="15303622" y="482599"/>
                  </a:lnTo>
                  <a:lnTo>
                    <a:pt x="15420316" y="558799"/>
                  </a:lnTo>
                  <a:lnTo>
                    <a:pt x="15534338" y="634999"/>
                  </a:lnTo>
                  <a:lnTo>
                    <a:pt x="15571735" y="647699"/>
                  </a:lnTo>
                  <a:lnTo>
                    <a:pt x="15645594" y="698499"/>
                  </a:lnTo>
                  <a:lnTo>
                    <a:pt x="15682048" y="736599"/>
                  </a:lnTo>
                  <a:lnTo>
                    <a:pt x="15789469" y="812799"/>
                  </a:lnTo>
                  <a:lnTo>
                    <a:pt x="15859429" y="863599"/>
                  </a:lnTo>
                  <a:lnTo>
                    <a:pt x="15893903" y="901699"/>
                  </a:lnTo>
                  <a:lnTo>
                    <a:pt x="15961820" y="952499"/>
                  </a:lnTo>
                  <a:lnTo>
                    <a:pt x="15995257" y="990599"/>
                  </a:lnTo>
                  <a:lnTo>
                    <a:pt x="16061068" y="1041399"/>
                  </a:lnTo>
                  <a:lnTo>
                    <a:pt x="16093435" y="1079499"/>
                  </a:lnTo>
                  <a:lnTo>
                    <a:pt x="16125439" y="1104899"/>
                  </a:lnTo>
                  <a:lnTo>
                    <a:pt x="16157077" y="1142999"/>
                  </a:lnTo>
                  <a:lnTo>
                    <a:pt x="16188344" y="1168399"/>
                  </a:lnTo>
                  <a:lnTo>
                    <a:pt x="16219237" y="1206499"/>
                  </a:lnTo>
                  <a:lnTo>
                    <a:pt x="16249753" y="1231899"/>
                  </a:lnTo>
                  <a:lnTo>
                    <a:pt x="16279889" y="1269999"/>
                  </a:lnTo>
                  <a:lnTo>
                    <a:pt x="16309640" y="1308099"/>
                  </a:lnTo>
                  <a:lnTo>
                    <a:pt x="16339003" y="1333499"/>
                  </a:lnTo>
                  <a:lnTo>
                    <a:pt x="16367975" y="1371599"/>
                  </a:lnTo>
                  <a:lnTo>
                    <a:pt x="16396553" y="1409699"/>
                  </a:lnTo>
                  <a:lnTo>
                    <a:pt x="16424732" y="1435099"/>
                  </a:lnTo>
                  <a:lnTo>
                    <a:pt x="16452509" y="1473199"/>
                  </a:lnTo>
                  <a:lnTo>
                    <a:pt x="16479881" y="1511299"/>
                  </a:lnTo>
                  <a:lnTo>
                    <a:pt x="16506844" y="1549399"/>
                  </a:lnTo>
                  <a:lnTo>
                    <a:pt x="16533396" y="1587499"/>
                  </a:lnTo>
                  <a:lnTo>
                    <a:pt x="16559531" y="1612899"/>
                  </a:lnTo>
                  <a:lnTo>
                    <a:pt x="16585247" y="1650999"/>
                  </a:lnTo>
                  <a:lnTo>
                    <a:pt x="16610541" y="1689099"/>
                  </a:lnTo>
                  <a:lnTo>
                    <a:pt x="16635408" y="1727199"/>
                  </a:lnTo>
                  <a:lnTo>
                    <a:pt x="16659846" y="1765299"/>
                  </a:lnTo>
                  <a:lnTo>
                    <a:pt x="16683850" y="1803399"/>
                  </a:lnTo>
                  <a:lnTo>
                    <a:pt x="16707418" y="1841499"/>
                  </a:lnTo>
                  <a:lnTo>
                    <a:pt x="16730545" y="1879599"/>
                  </a:lnTo>
                  <a:lnTo>
                    <a:pt x="16753229" y="1917699"/>
                  </a:lnTo>
                  <a:lnTo>
                    <a:pt x="16775466" y="1955799"/>
                  </a:lnTo>
                  <a:lnTo>
                    <a:pt x="16797252" y="1993899"/>
                  </a:lnTo>
                  <a:lnTo>
                    <a:pt x="16818583" y="2044699"/>
                  </a:lnTo>
                  <a:lnTo>
                    <a:pt x="16839458" y="2082799"/>
                  </a:lnTo>
                  <a:lnTo>
                    <a:pt x="16859870" y="2120899"/>
                  </a:lnTo>
                  <a:lnTo>
                    <a:pt x="16879819" y="2158999"/>
                  </a:lnTo>
                  <a:lnTo>
                    <a:pt x="16899299" y="2197099"/>
                  </a:lnTo>
                  <a:lnTo>
                    <a:pt x="16918307" y="2247899"/>
                  </a:lnTo>
                  <a:lnTo>
                    <a:pt x="16936841" y="2285999"/>
                  </a:lnTo>
                  <a:lnTo>
                    <a:pt x="16954895" y="2324099"/>
                  </a:lnTo>
                  <a:lnTo>
                    <a:pt x="16972468" y="2362199"/>
                  </a:lnTo>
                  <a:lnTo>
                    <a:pt x="16989555" y="2412999"/>
                  </a:lnTo>
                  <a:lnTo>
                    <a:pt x="17006152" y="2451099"/>
                  </a:lnTo>
                  <a:lnTo>
                    <a:pt x="17022257" y="2489199"/>
                  </a:lnTo>
                  <a:lnTo>
                    <a:pt x="17037866" y="2539999"/>
                  </a:lnTo>
                  <a:lnTo>
                    <a:pt x="17052976" y="2578099"/>
                  </a:lnTo>
                  <a:lnTo>
                    <a:pt x="17067582" y="2628899"/>
                  </a:lnTo>
                  <a:lnTo>
                    <a:pt x="17081682" y="2666999"/>
                  </a:lnTo>
                  <a:lnTo>
                    <a:pt x="17095271" y="2717799"/>
                  </a:lnTo>
                  <a:lnTo>
                    <a:pt x="17108347" y="2755899"/>
                  </a:lnTo>
                  <a:lnTo>
                    <a:pt x="17120906" y="2793999"/>
                  </a:lnTo>
                  <a:lnTo>
                    <a:pt x="17132944" y="2844799"/>
                  </a:lnTo>
                  <a:lnTo>
                    <a:pt x="17144458" y="2882899"/>
                  </a:lnTo>
                  <a:lnTo>
                    <a:pt x="17155445" y="2933699"/>
                  </a:lnTo>
                  <a:lnTo>
                    <a:pt x="17165900" y="2984499"/>
                  </a:lnTo>
                  <a:lnTo>
                    <a:pt x="17175821" y="3022599"/>
                  </a:lnTo>
                  <a:lnTo>
                    <a:pt x="17185204" y="3073399"/>
                  </a:lnTo>
                  <a:lnTo>
                    <a:pt x="17194045" y="3111499"/>
                  </a:lnTo>
                  <a:lnTo>
                    <a:pt x="17202341" y="3162299"/>
                  </a:lnTo>
                  <a:lnTo>
                    <a:pt x="17210089" y="3213099"/>
                  </a:lnTo>
                  <a:lnTo>
                    <a:pt x="17217284" y="3251199"/>
                  </a:lnTo>
                  <a:lnTo>
                    <a:pt x="17223924" y="3301999"/>
                  </a:lnTo>
                  <a:lnTo>
                    <a:pt x="17230005" y="3352799"/>
                  </a:lnTo>
                  <a:lnTo>
                    <a:pt x="17235524" y="3390899"/>
                  </a:lnTo>
                  <a:lnTo>
                    <a:pt x="17240476" y="3441699"/>
                  </a:lnTo>
                  <a:lnTo>
                    <a:pt x="17244859" y="3492499"/>
                  </a:lnTo>
                  <a:lnTo>
                    <a:pt x="17248669" y="3530599"/>
                  </a:lnTo>
                  <a:lnTo>
                    <a:pt x="17251902" y="3581399"/>
                  </a:lnTo>
                  <a:lnTo>
                    <a:pt x="17254555" y="3632199"/>
                  </a:lnTo>
                  <a:lnTo>
                    <a:pt x="17256625" y="3682999"/>
                  </a:lnTo>
                  <a:lnTo>
                    <a:pt x="17258108" y="3721099"/>
                  </a:lnTo>
                  <a:lnTo>
                    <a:pt x="17258551" y="3746322"/>
                  </a:lnTo>
                  <a:lnTo>
                    <a:pt x="17258551" y="3899077"/>
                  </a:lnTo>
                  <a:lnTo>
                    <a:pt x="17256625" y="3962399"/>
                  </a:lnTo>
                  <a:lnTo>
                    <a:pt x="17254555" y="4013199"/>
                  </a:lnTo>
                  <a:lnTo>
                    <a:pt x="17251902" y="4063999"/>
                  </a:lnTo>
                  <a:lnTo>
                    <a:pt x="17248669" y="4114799"/>
                  </a:lnTo>
                  <a:lnTo>
                    <a:pt x="17244859" y="4152899"/>
                  </a:lnTo>
                  <a:lnTo>
                    <a:pt x="17240476" y="4203699"/>
                  </a:lnTo>
                  <a:lnTo>
                    <a:pt x="17235524" y="4254499"/>
                  </a:lnTo>
                  <a:lnTo>
                    <a:pt x="17230005" y="4292599"/>
                  </a:lnTo>
                  <a:lnTo>
                    <a:pt x="17223924" y="4343399"/>
                  </a:lnTo>
                  <a:lnTo>
                    <a:pt x="17217284" y="4394199"/>
                  </a:lnTo>
                  <a:lnTo>
                    <a:pt x="17210089" y="4432299"/>
                  </a:lnTo>
                  <a:lnTo>
                    <a:pt x="17202341" y="4483099"/>
                  </a:lnTo>
                  <a:lnTo>
                    <a:pt x="17194045" y="4533899"/>
                  </a:lnTo>
                  <a:lnTo>
                    <a:pt x="17185204" y="4571999"/>
                  </a:lnTo>
                  <a:lnTo>
                    <a:pt x="17175821" y="4622799"/>
                  </a:lnTo>
                  <a:lnTo>
                    <a:pt x="17165900" y="4660899"/>
                  </a:lnTo>
                  <a:lnTo>
                    <a:pt x="17155445" y="4711699"/>
                  </a:lnTo>
                  <a:lnTo>
                    <a:pt x="17144458" y="4749799"/>
                  </a:lnTo>
                  <a:lnTo>
                    <a:pt x="17132944" y="4800599"/>
                  </a:lnTo>
                  <a:lnTo>
                    <a:pt x="17120906" y="4838699"/>
                  </a:lnTo>
                  <a:lnTo>
                    <a:pt x="17108347" y="4889499"/>
                  </a:lnTo>
                  <a:lnTo>
                    <a:pt x="17095271" y="4927599"/>
                  </a:lnTo>
                  <a:lnTo>
                    <a:pt x="17081682" y="4978399"/>
                  </a:lnTo>
                  <a:lnTo>
                    <a:pt x="17067582" y="5016499"/>
                  </a:lnTo>
                  <a:lnTo>
                    <a:pt x="17052976" y="5067299"/>
                  </a:lnTo>
                  <a:lnTo>
                    <a:pt x="17037866" y="5105399"/>
                  </a:lnTo>
                  <a:lnTo>
                    <a:pt x="17022257" y="5143499"/>
                  </a:lnTo>
                  <a:lnTo>
                    <a:pt x="17006152" y="5194299"/>
                  </a:lnTo>
                  <a:lnTo>
                    <a:pt x="16989555" y="5232399"/>
                  </a:lnTo>
                  <a:lnTo>
                    <a:pt x="16972468" y="5270499"/>
                  </a:lnTo>
                  <a:lnTo>
                    <a:pt x="16954895" y="5321299"/>
                  </a:lnTo>
                  <a:lnTo>
                    <a:pt x="16936841" y="5359399"/>
                  </a:lnTo>
                  <a:lnTo>
                    <a:pt x="16918307" y="5397499"/>
                  </a:lnTo>
                  <a:lnTo>
                    <a:pt x="16899299" y="5448299"/>
                  </a:lnTo>
                  <a:lnTo>
                    <a:pt x="16879819" y="5486399"/>
                  </a:lnTo>
                  <a:lnTo>
                    <a:pt x="16859870" y="5524499"/>
                  </a:lnTo>
                  <a:lnTo>
                    <a:pt x="16839458" y="5562599"/>
                  </a:lnTo>
                  <a:lnTo>
                    <a:pt x="16818583" y="5600699"/>
                  </a:lnTo>
                  <a:lnTo>
                    <a:pt x="16797252" y="5638799"/>
                  </a:lnTo>
                  <a:lnTo>
                    <a:pt x="16775466" y="5689599"/>
                  </a:lnTo>
                  <a:lnTo>
                    <a:pt x="16753229" y="5727699"/>
                  </a:lnTo>
                  <a:lnTo>
                    <a:pt x="16730545" y="5765799"/>
                  </a:lnTo>
                  <a:lnTo>
                    <a:pt x="16707418" y="5803899"/>
                  </a:lnTo>
                  <a:lnTo>
                    <a:pt x="16683850" y="5841999"/>
                  </a:lnTo>
                  <a:lnTo>
                    <a:pt x="16659846" y="5880099"/>
                  </a:lnTo>
                  <a:lnTo>
                    <a:pt x="16635408" y="5918199"/>
                  </a:lnTo>
                  <a:lnTo>
                    <a:pt x="16610541" y="5956299"/>
                  </a:lnTo>
                  <a:lnTo>
                    <a:pt x="16585247" y="5994399"/>
                  </a:lnTo>
                  <a:lnTo>
                    <a:pt x="16559531" y="6019799"/>
                  </a:lnTo>
                  <a:lnTo>
                    <a:pt x="16533396" y="6057899"/>
                  </a:lnTo>
                  <a:lnTo>
                    <a:pt x="16506844" y="6095999"/>
                  </a:lnTo>
                  <a:lnTo>
                    <a:pt x="16479881" y="6134099"/>
                  </a:lnTo>
                  <a:lnTo>
                    <a:pt x="16452509" y="6172199"/>
                  </a:lnTo>
                  <a:lnTo>
                    <a:pt x="16424732" y="6210299"/>
                  </a:lnTo>
                  <a:lnTo>
                    <a:pt x="16396553" y="6235699"/>
                  </a:lnTo>
                  <a:lnTo>
                    <a:pt x="16367975" y="6273799"/>
                  </a:lnTo>
                  <a:lnTo>
                    <a:pt x="16339003" y="6311899"/>
                  </a:lnTo>
                  <a:lnTo>
                    <a:pt x="16309640" y="6337299"/>
                  </a:lnTo>
                  <a:lnTo>
                    <a:pt x="16279889" y="6375399"/>
                  </a:lnTo>
                  <a:lnTo>
                    <a:pt x="16249753" y="6413499"/>
                  </a:lnTo>
                  <a:lnTo>
                    <a:pt x="16219237" y="6438899"/>
                  </a:lnTo>
                  <a:lnTo>
                    <a:pt x="16188344" y="6476999"/>
                  </a:lnTo>
                  <a:lnTo>
                    <a:pt x="16157077" y="6502399"/>
                  </a:lnTo>
                  <a:lnTo>
                    <a:pt x="16125439" y="6540499"/>
                  </a:lnTo>
                  <a:lnTo>
                    <a:pt x="16093435" y="6565899"/>
                  </a:lnTo>
                  <a:lnTo>
                    <a:pt x="16061068" y="6603999"/>
                  </a:lnTo>
                  <a:lnTo>
                    <a:pt x="15995257" y="6654799"/>
                  </a:lnTo>
                  <a:lnTo>
                    <a:pt x="15961820" y="6692899"/>
                  </a:lnTo>
                  <a:lnTo>
                    <a:pt x="15893903" y="6743699"/>
                  </a:lnTo>
                  <a:lnTo>
                    <a:pt x="15859429" y="6781799"/>
                  </a:lnTo>
                  <a:lnTo>
                    <a:pt x="15789469" y="6832599"/>
                  </a:lnTo>
                  <a:lnTo>
                    <a:pt x="15682048" y="6908799"/>
                  </a:lnTo>
                  <a:lnTo>
                    <a:pt x="15571735" y="6984999"/>
                  </a:lnTo>
                  <a:lnTo>
                    <a:pt x="15458625" y="7061199"/>
                  </a:lnTo>
                  <a:lnTo>
                    <a:pt x="15342811" y="7137399"/>
                  </a:lnTo>
                  <a:lnTo>
                    <a:pt x="15303622" y="7150099"/>
                  </a:lnTo>
                  <a:lnTo>
                    <a:pt x="15224388" y="7200899"/>
                  </a:lnTo>
                  <a:lnTo>
                    <a:pt x="15184351" y="7213599"/>
                  </a:lnTo>
                  <a:lnTo>
                    <a:pt x="15103451" y="7264399"/>
                  </a:lnTo>
                  <a:lnTo>
                    <a:pt x="15062597" y="7277099"/>
                  </a:lnTo>
                  <a:lnTo>
                    <a:pt x="15021476" y="7302499"/>
                  </a:lnTo>
                  <a:lnTo>
                    <a:pt x="14980094" y="7315199"/>
                  </a:lnTo>
                  <a:lnTo>
                    <a:pt x="14938454" y="7340599"/>
                  </a:lnTo>
                  <a:lnTo>
                    <a:pt x="14854412" y="7365999"/>
                  </a:lnTo>
                  <a:lnTo>
                    <a:pt x="14812017" y="7391399"/>
                  </a:lnTo>
                  <a:lnTo>
                    <a:pt x="14640028" y="7442199"/>
                  </a:lnTo>
                  <a:lnTo>
                    <a:pt x="14596446" y="7467599"/>
                  </a:lnTo>
                  <a:lnTo>
                    <a:pt x="14419884" y="7518399"/>
                  </a:lnTo>
                  <a:lnTo>
                    <a:pt x="14375202" y="7518399"/>
                  </a:lnTo>
                  <a:lnTo>
                    <a:pt x="14194415" y="7569199"/>
                  </a:lnTo>
                  <a:lnTo>
                    <a:pt x="14148721" y="7569199"/>
                  </a:lnTo>
                  <a:lnTo>
                    <a:pt x="14056760" y="7594599"/>
                  </a:lnTo>
                  <a:lnTo>
                    <a:pt x="14010501" y="7594599"/>
                  </a:lnTo>
                  <a:lnTo>
                    <a:pt x="13964060" y="7607299"/>
                  </a:lnTo>
                  <a:lnTo>
                    <a:pt x="13917440" y="7607299"/>
                  </a:lnTo>
                  <a:lnTo>
                    <a:pt x="13870647" y="7619999"/>
                  </a:lnTo>
                  <a:lnTo>
                    <a:pt x="13776550" y="7619999"/>
                  </a:lnTo>
                  <a:lnTo>
                    <a:pt x="13729254" y="7632699"/>
                  </a:lnTo>
                  <a:close/>
                </a:path>
              </a:pathLst>
            </a:custGeom>
            <a:solidFill>
              <a:srgbClr val="D9D9D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4275" y="2503106"/>
              <a:ext cx="8477249" cy="4772023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350037" y="7185286"/>
            <a:ext cx="558800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4435" algn="l"/>
                <a:tab pos="4640580" algn="l"/>
              </a:tabLst>
            </a:pPr>
            <a:r>
              <a:rPr sz="2600" b="1" spc="-95" dirty="0">
                <a:latin typeface="Malgun Gothic"/>
                <a:cs typeface="Malgun Gothic"/>
              </a:rPr>
              <a:t>多媒體系統設</a:t>
            </a:r>
            <a:r>
              <a:rPr sz="2600" b="1" spc="-365" dirty="0">
                <a:latin typeface="Malgun Gothic"/>
                <a:cs typeface="Malgun Gothic"/>
              </a:rPr>
              <a:t>計</a:t>
            </a:r>
            <a:r>
              <a:rPr sz="2600" b="1" dirty="0">
                <a:latin typeface="Malgun Gothic"/>
                <a:cs typeface="Malgun Gothic"/>
              </a:rPr>
              <a:t>	</a:t>
            </a:r>
            <a:r>
              <a:rPr sz="2300" b="1" spc="175" dirty="0">
                <a:latin typeface="Gadugi"/>
                <a:cs typeface="Gadugi"/>
              </a:rPr>
              <a:t>1411322014</a:t>
            </a:r>
            <a:r>
              <a:rPr sz="2300" b="1" dirty="0">
                <a:latin typeface="Gadugi"/>
                <a:cs typeface="Gadugi"/>
              </a:rPr>
              <a:t>	</a:t>
            </a:r>
            <a:r>
              <a:rPr sz="2600" b="1" spc="-95" dirty="0">
                <a:latin typeface="Malgun Gothic"/>
                <a:cs typeface="Malgun Gothic"/>
              </a:rPr>
              <a:t>黃玟</a:t>
            </a:r>
            <a:r>
              <a:rPr sz="2600" b="1" spc="-365" dirty="0">
                <a:latin typeface="Malgun Gothic"/>
                <a:cs typeface="Malgun Gothic"/>
              </a:rPr>
              <a:t>潔</a:t>
            </a:r>
            <a:endParaRPr sz="2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1327870"/>
            <a:ext cx="8942070" cy="7632700"/>
          </a:xfrm>
          <a:custGeom>
            <a:avLst/>
            <a:gdLst/>
            <a:ahLst/>
            <a:cxnLst/>
            <a:rect l="l" t="t" r="r" b="b"/>
            <a:pathLst>
              <a:path w="8942070" h="7632700">
                <a:moveTo>
                  <a:pt x="5412426" y="7632699"/>
                </a:moveTo>
                <a:lnTo>
                  <a:pt x="0" y="7632699"/>
                </a:lnTo>
                <a:lnTo>
                  <a:pt x="0" y="0"/>
                </a:lnTo>
                <a:lnTo>
                  <a:pt x="5221671" y="0"/>
                </a:lnTo>
                <a:lnTo>
                  <a:pt x="5269588" y="12699"/>
                </a:lnTo>
                <a:lnTo>
                  <a:pt x="5412426" y="12699"/>
                </a:lnTo>
                <a:lnTo>
                  <a:pt x="5459722" y="25399"/>
                </a:lnTo>
                <a:lnTo>
                  <a:pt x="5553819" y="25399"/>
                </a:lnTo>
                <a:lnTo>
                  <a:pt x="5600613" y="38099"/>
                </a:lnTo>
                <a:lnTo>
                  <a:pt x="5647232" y="38099"/>
                </a:lnTo>
                <a:lnTo>
                  <a:pt x="5693673" y="50799"/>
                </a:lnTo>
                <a:lnTo>
                  <a:pt x="5739933" y="50799"/>
                </a:lnTo>
                <a:lnTo>
                  <a:pt x="5831894" y="76199"/>
                </a:lnTo>
                <a:lnTo>
                  <a:pt x="5877588" y="76199"/>
                </a:lnTo>
                <a:lnTo>
                  <a:pt x="6013483" y="114299"/>
                </a:lnTo>
                <a:lnTo>
                  <a:pt x="6058375" y="114299"/>
                </a:lnTo>
                <a:lnTo>
                  <a:pt x="6323201" y="190499"/>
                </a:lnTo>
                <a:lnTo>
                  <a:pt x="6366552" y="215899"/>
                </a:lnTo>
                <a:lnTo>
                  <a:pt x="6495189" y="253999"/>
                </a:lnTo>
                <a:lnTo>
                  <a:pt x="6537584" y="279399"/>
                </a:lnTo>
                <a:lnTo>
                  <a:pt x="6621626" y="304799"/>
                </a:lnTo>
                <a:lnTo>
                  <a:pt x="6663267" y="330199"/>
                </a:lnTo>
                <a:lnTo>
                  <a:pt x="6704649" y="342899"/>
                </a:lnTo>
                <a:lnTo>
                  <a:pt x="6745769" y="368299"/>
                </a:lnTo>
                <a:lnTo>
                  <a:pt x="6786624" y="380999"/>
                </a:lnTo>
                <a:lnTo>
                  <a:pt x="6827210" y="406399"/>
                </a:lnTo>
                <a:lnTo>
                  <a:pt x="6867523" y="419099"/>
                </a:lnTo>
                <a:lnTo>
                  <a:pt x="6947319" y="469899"/>
                </a:lnTo>
                <a:lnTo>
                  <a:pt x="6986795" y="482599"/>
                </a:lnTo>
                <a:lnTo>
                  <a:pt x="7103488" y="558799"/>
                </a:lnTo>
                <a:lnTo>
                  <a:pt x="7217510" y="634999"/>
                </a:lnTo>
                <a:lnTo>
                  <a:pt x="7254908" y="647699"/>
                </a:lnTo>
                <a:lnTo>
                  <a:pt x="7328766" y="698499"/>
                </a:lnTo>
                <a:lnTo>
                  <a:pt x="7365220" y="736599"/>
                </a:lnTo>
                <a:lnTo>
                  <a:pt x="7472641" y="812799"/>
                </a:lnTo>
                <a:lnTo>
                  <a:pt x="7542602" y="863599"/>
                </a:lnTo>
                <a:lnTo>
                  <a:pt x="7577076" y="901699"/>
                </a:lnTo>
                <a:lnTo>
                  <a:pt x="7644993" y="952499"/>
                </a:lnTo>
                <a:lnTo>
                  <a:pt x="7678429" y="990599"/>
                </a:lnTo>
                <a:lnTo>
                  <a:pt x="7744240" y="1041399"/>
                </a:lnTo>
                <a:lnTo>
                  <a:pt x="7776607" y="1079499"/>
                </a:lnTo>
                <a:lnTo>
                  <a:pt x="7808612" y="1104899"/>
                </a:lnTo>
                <a:lnTo>
                  <a:pt x="7840249" y="1142999"/>
                </a:lnTo>
                <a:lnTo>
                  <a:pt x="7871516" y="1168399"/>
                </a:lnTo>
                <a:lnTo>
                  <a:pt x="7902410" y="1206499"/>
                </a:lnTo>
                <a:lnTo>
                  <a:pt x="7932926" y="1231899"/>
                </a:lnTo>
                <a:lnTo>
                  <a:pt x="7963061" y="1269999"/>
                </a:lnTo>
                <a:lnTo>
                  <a:pt x="7992812" y="1308099"/>
                </a:lnTo>
                <a:lnTo>
                  <a:pt x="8022176" y="1333499"/>
                </a:lnTo>
                <a:lnTo>
                  <a:pt x="8051148" y="1371599"/>
                </a:lnTo>
                <a:lnTo>
                  <a:pt x="8079725" y="1409699"/>
                </a:lnTo>
                <a:lnTo>
                  <a:pt x="8107904" y="1435099"/>
                </a:lnTo>
                <a:lnTo>
                  <a:pt x="8135681" y="1473199"/>
                </a:lnTo>
                <a:lnTo>
                  <a:pt x="8163054" y="1511299"/>
                </a:lnTo>
                <a:lnTo>
                  <a:pt x="8190017" y="1549399"/>
                </a:lnTo>
                <a:lnTo>
                  <a:pt x="8216568" y="1587499"/>
                </a:lnTo>
                <a:lnTo>
                  <a:pt x="8242704" y="1612899"/>
                </a:lnTo>
                <a:lnTo>
                  <a:pt x="8268420" y="1650999"/>
                </a:lnTo>
                <a:lnTo>
                  <a:pt x="8293713" y="1689099"/>
                </a:lnTo>
                <a:lnTo>
                  <a:pt x="8318581" y="1727199"/>
                </a:lnTo>
                <a:lnTo>
                  <a:pt x="8343018" y="1765299"/>
                </a:lnTo>
                <a:lnTo>
                  <a:pt x="8367023" y="1803399"/>
                </a:lnTo>
                <a:lnTo>
                  <a:pt x="8390590" y="1841499"/>
                </a:lnTo>
                <a:lnTo>
                  <a:pt x="8413718" y="1879599"/>
                </a:lnTo>
                <a:lnTo>
                  <a:pt x="8436402" y="1917699"/>
                </a:lnTo>
                <a:lnTo>
                  <a:pt x="8458638" y="1955799"/>
                </a:lnTo>
                <a:lnTo>
                  <a:pt x="8480424" y="1993899"/>
                </a:lnTo>
                <a:lnTo>
                  <a:pt x="8501756" y="2044699"/>
                </a:lnTo>
                <a:lnTo>
                  <a:pt x="8522630" y="2082799"/>
                </a:lnTo>
                <a:lnTo>
                  <a:pt x="8543043" y="2120899"/>
                </a:lnTo>
                <a:lnTo>
                  <a:pt x="8562991" y="2158999"/>
                </a:lnTo>
                <a:lnTo>
                  <a:pt x="8582471" y="2197099"/>
                </a:lnTo>
                <a:lnTo>
                  <a:pt x="8601480" y="2247899"/>
                </a:lnTo>
                <a:lnTo>
                  <a:pt x="8620013" y="2285999"/>
                </a:lnTo>
                <a:lnTo>
                  <a:pt x="8638068" y="2324099"/>
                </a:lnTo>
                <a:lnTo>
                  <a:pt x="8655640" y="2362199"/>
                </a:lnTo>
                <a:lnTo>
                  <a:pt x="8672727" y="2412999"/>
                </a:lnTo>
                <a:lnTo>
                  <a:pt x="8689325" y="2451099"/>
                </a:lnTo>
                <a:lnTo>
                  <a:pt x="8705430" y="2489199"/>
                </a:lnTo>
                <a:lnTo>
                  <a:pt x="8721039" y="2539999"/>
                </a:lnTo>
                <a:lnTo>
                  <a:pt x="8736148" y="2578099"/>
                </a:lnTo>
                <a:lnTo>
                  <a:pt x="8750755" y="2628899"/>
                </a:lnTo>
                <a:lnTo>
                  <a:pt x="8764854" y="2666999"/>
                </a:lnTo>
                <a:lnTo>
                  <a:pt x="8778444" y="2717799"/>
                </a:lnTo>
                <a:lnTo>
                  <a:pt x="8791520" y="2755899"/>
                </a:lnTo>
                <a:lnTo>
                  <a:pt x="8804078" y="2793999"/>
                </a:lnTo>
                <a:lnTo>
                  <a:pt x="8816117" y="2844799"/>
                </a:lnTo>
                <a:lnTo>
                  <a:pt x="8827631" y="2882899"/>
                </a:lnTo>
                <a:lnTo>
                  <a:pt x="8838617" y="2933699"/>
                </a:lnTo>
                <a:lnTo>
                  <a:pt x="8849073" y="2984499"/>
                </a:lnTo>
                <a:lnTo>
                  <a:pt x="8858994" y="3022599"/>
                </a:lnTo>
                <a:lnTo>
                  <a:pt x="8868376" y="3073399"/>
                </a:lnTo>
                <a:lnTo>
                  <a:pt x="8877218" y="3111499"/>
                </a:lnTo>
                <a:lnTo>
                  <a:pt x="8885514" y="3162299"/>
                </a:lnTo>
                <a:lnTo>
                  <a:pt x="8893261" y="3213099"/>
                </a:lnTo>
                <a:lnTo>
                  <a:pt x="8900457" y="3251199"/>
                </a:lnTo>
                <a:lnTo>
                  <a:pt x="8907097" y="3301999"/>
                </a:lnTo>
                <a:lnTo>
                  <a:pt x="8913178" y="3352799"/>
                </a:lnTo>
                <a:lnTo>
                  <a:pt x="8918696" y="3390899"/>
                </a:lnTo>
                <a:lnTo>
                  <a:pt x="8923649" y="3441699"/>
                </a:lnTo>
                <a:lnTo>
                  <a:pt x="8928031" y="3492499"/>
                </a:lnTo>
                <a:lnTo>
                  <a:pt x="8931841" y="3530599"/>
                </a:lnTo>
                <a:lnTo>
                  <a:pt x="8935074" y="3581399"/>
                </a:lnTo>
                <a:lnTo>
                  <a:pt x="8937728" y="3632199"/>
                </a:lnTo>
                <a:lnTo>
                  <a:pt x="8939797" y="3682999"/>
                </a:lnTo>
                <a:lnTo>
                  <a:pt x="8941280" y="3721099"/>
                </a:lnTo>
                <a:lnTo>
                  <a:pt x="8941723" y="3746322"/>
                </a:lnTo>
                <a:lnTo>
                  <a:pt x="8941723" y="3899076"/>
                </a:lnTo>
                <a:lnTo>
                  <a:pt x="8939797" y="3962399"/>
                </a:lnTo>
                <a:lnTo>
                  <a:pt x="8937728" y="4013199"/>
                </a:lnTo>
                <a:lnTo>
                  <a:pt x="8935074" y="4063999"/>
                </a:lnTo>
                <a:lnTo>
                  <a:pt x="8931841" y="4114799"/>
                </a:lnTo>
                <a:lnTo>
                  <a:pt x="8928031" y="4152899"/>
                </a:lnTo>
                <a:lnTo>
                  <a:pt x="8923649" y="4203699"/>
                </a:lnTo>
                <a:lnTo>
                  <a:pt x="8918696" y="4254499"/>
                </a:lnTo>
                <a:lnTo>
                  <a:pt x="8913178" y="4292599"/>
                </a:lnTo>
                <a:lnTo>
                  <a:pt x="8907097" y="4343399"/>
                </a:lnTo>
                <a:lnTo>
                  <a:pt x="8900457" y="4394199"/>
                </a:lnTo>
                <a:lnTo>
                  <a:pt x="8893261" y="4432299"/>
                </a:lnTo>
                <a:lnTo>
                  <a:pt x="8885514" y="4483099"/>
                </a:lnTo>
                <a:lnTo>
                  <a:pt x="8877218" y="4533899"/>
                </a:lnTo>
                <a:lnTo>
                  <a:pt x="8868376" y="4571999"/>
                </a:lnTo>
                <a:lnTo>
                  <a:pt x="8858994" y="4622799"/>
                </a:lnTo>
                <a:lnTo>
                  <a:pt x="8849073" y="4660899"/>
                </a:lnTo>
                <a:lnTo>
                  <a:pt x="8838617" y="4711699"/>
                </a:lnTo>
                <a:lnTo>
                  <a:pt x="8827631" y="4749799"/>
                </a:lnTo>
                <a:lnTo>
                  <a:pt x="8816117" y="4800599"/>
                </a:lnTo>
                <a:lnTo>
                  <a:pt x="8804078" y="4838699"/>
                </a:lnTo>
                <a:lnTo>
                  <a:pt x="8791520" y="4889499"/>
                </a:lnTo>
                <a:lnTo>
                  <a:pt x="8778444" y="4927599"/>
                </a:lnTo>
                <a:lnTo>
                  <a:pt x="8764854" y="4978399"/>
                </a:lnTo>
                <a:lnTo>
                  <a:pt x="8750755" y="5016499"/>
                </a:lnTo>
                <a:lnTo>
                  <a:pt x="8736148" y="5067299"/>
                </a:lnTo>
                <a:lnTo>
                  <a:pt x="8721039" y="5105399"/>
                </a:lnTo>
                <a:lnTo>
                  <a:pt x="8705430" y="5143499"/>
                </a:lnTo>
                <a:lnTo>
                  <a:pt x="8689325" y="5194299"/>
                </a:lnTo>
                <a:lnTo>
                  <a:pt x="8672727" y="5232399"/>
                </a:lnTo>
                <a:lnTo>
                  <a:pt x="8655640" y="5270499"/>
                </a:lnTo>
                <a:lnTo>
                  <a:pt x="8638068" y="5321299"/>
                </a:lnTo>
                <a:lnTo>
                  <a:pt x="8620013" y="5359399"/>
                </a:lnTo>
                <a:lnTo>
                  <a:pt x="8601480" y="5397499"/>
                </a:lnTo>
                <a:lnTo>
                  <a:pt x="8582471" y="5448299"/>
                </a:lnTo>
                <a:lnTo>
                  <a:pt x="8562991" y="5486399"/>
                </a:lnTo>
                <a:lnTo>
                  <a:pt x="8543043" y="5524499"/>
                </a:lnTo>
                <a:lnTo>
                  <a:pt x="8522630" y="5562599"/>
                </a:lnTo>
                <a:lnTo>
                  <a:pt x="8501756" y="5600699"/>
                </a:lnTo>
                <a:lnTo>
                  <a:pt x="8480424" y="5638799"/>
                </a:lnTo>
                <a:lnTo>
                  <a:pt x="8458638" y="5689599"/>
                </a:lnTo>
                <a:lnTo>
                  <a:pt x="8436402" y="5727699"/>
                </a:lnTo>
                <a:lnTo>
                  <a:pt x="8413718" y="5765799"/>
                </a:lnTo>
                <a:lnTo>
                  <a:pt x="8390590" y="5803899"/>
                </a:lnTo>
                <a:lnTo>
                  <a:pt x="8367023" y="5841999"/>
                </a:lnTo>
                <a:lnTo>
                  <a:pt x="8343018" y="5880099"/>
                </a:lnTo>
                <a:lnTo>
                  <a:pt x="8318581" y="5918199"/>
                </a:lnTo>
                <a:lnTo>
                  <a:pt x="8293713" y="5956299"/>
                </a:lnTo>
                <a:lnTo>
                  <a:pt x="8268420" y="5994399"/>
                </a:lnTo>
                <a:lnTo>
                  <a:pt x="8242704" y="6019799"/>
                </a:lnTo>
                <a:lnTo>
                  <a:pt x="8216568" y="6057899"/>
                </a:lnTo>
                <a:lnTo>
                  <a:pt x="8190017" y="6095999"/>
                </a:lnTo>
                <a:lnTo>
                  <a:pt x="8163054" y="6134099"/>
                </a:lnTo>
                <a:lnTo>
                  <a:pt x="8135681" y="6172199"/>
                </a:lnTo>
                <a:lnTo>
                  <a:pt x="8107904" y="6210299"/>
                </a:lnTo>
                <a:lnTo>
                  <a:pt x="8079725" y="6235699"/>
                </a:lnTo>
                <a:lnTo>
                  <a:pt x="8051148" y="6273799"/>
                </a:lnTo>
                <a:lnTo>
                  <a:pt x="8022176" y="6311899"/>
                </a:lnTo>
                <a:lnTo>
                  <a:pt x="7992812" y="6337299"/>
                </a:lnTo>
                <a:lnTo>
                  <a:pt x="7963061" y="6375399"/>
                </a:lnTo>
                <a:lnTo>
                  <a:pt x="7932926" y="6413499"/>
                </a:lnTo>
                <a:lnTo>
                  <a:pt x="7902410" y="6438899"/>
                </a:lnTo>
                <a:lnTo>
                  <a:pt x="7871516" y="6476999"/>
                </a:lnTo>
                <a:lnTo>
                  <a:pt x="7840249" y="6502399"/>
                </a:lnTo>
                <a:lnTo>
                  <a:pt x="7808612" y="6540499"/>
                </a:lnTo>
                <a:lnTo>
                  <a:pt x="7776607" y="6565899"/>
                </a:lnTo>
                <a:lnTo>
                  <a:pt x="7744240" y="6603999"/>
                </a:lnTo>
                <a:lnTo>
                  <a:pt x="7678429" y="6654799"/>
                </a:lnTo>
                <a:lnTo>
                  <a:pt x="7644993" y="6692899"/>
                </a:lnTo>
                <a:lnTo>
                  <a:pt x="7577076" y="6743699"/>
                </a:lnTo>
                <a:lnTo>
                  <a:pt x="7542602" y="6781799"/>
                </a:lnTo>
                <a:lnTo>
                  <a:pt x="7472641" y="6832599"/>
                </a:lnTo>
                <a:lnTo>
                  <a:pt x="7365220" y="6908799"/>
                </a:lnTo>
                <a:lnTo>
                  <a:pt x="7254908" y="6984999"/>
                </a:lnTo>
                <a:lnTo>
                  <a:pt x="7141797" y="7061199"/>
                </a:lnTo>
                <a:lnTo>
                  <a:pt x="7025983" y="7137399"/>
                </a:lnTo>
                <a:lnTo>
                  <a:pt x="6986795" y="7150099"/>
                </a:lnTo>
                <a:lnTo>
                  <a:pt x="6907561" y="7200899"/>
                </a:lnTo>
                <a:lnTo>
                  <a:pt x="6867523" y="7213599"/>
                </a:lnTo>
                <a:lnTo>
                  <a:pt x="6786624" y="7264399"/>
                </a:lnTo>
                <a:lnTo>
                  <a:pt x="6745769" y="7277099"/>
                </a:lnTo>
                <a:lnTo>
                  <a:pt x="6704649" y="7302499"/>
                </a:lnTo>
                <a:lnTo>
                  <a:pt x="6663267" y="7315199"/>
                </a:lnTo>
                <a:lnTo>
                  <a:pt x="6621626" y="7340599"/>
                </a:lnTo>
                <a:lnTo>
                  <a:pt x="6537584" y="7365999"/>
                </a:lnTo>
                <a:lnTo>
                  <a:pt x="6495189" y="7391399"/>
                </a:lnTo>
                <a:lnTo>
                  <a:pt x="6323201" y="7442199"/>
                </a:lnTo>
                <a:lnTo>
                  <a:pt x="6279619" y="7467599"/>
                </a:lnTo>
                <a:lnTo>
                  <a:pt x="6103056" y="7518399"/>
                </a:lnTo>
                <a:lnTo>
                  <a:pt x="6058375" y="7518399"/>
                </a:lnTo>
                <a:lnTo>
                  <a:pt x="5877588" y="7569199"/>
                </a:lnTo>
                <a:lnTo>
                  <a:pt x="5831894" y="7569199"/>
                </a:lnTo>
                <a:lnTo>
                  <a:pt x="5739933" y="7594599"/>
                </a:lnTo>
                <a:lnTo>
                  <a:pt x="5693673" y="7594599"/>
                </a:lnTo>
                <a:lnTo>
                  <a:pt x="5647232" y="7607299"/>
                </a:lnTo>
                <a:lnTo>
                  <a:pt x="5600613" y="7607299"/>
                </a:lnTo>
                <a:lnTo>
                  <a:pt x="5553819" y="7619999"/>
                </a:lnTo>
                <a:lnTo>
                  <a:pt x="5459722" y="7619999"/>
                </a:lnTo>
                <a:lnTo>
                  <a:pt x="5412426" y="7632699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45599" y="3208355"/>
            <a:ext cx="4512310" cy="3164205"/>
          </a:xfrm>
          <a:prstGeom prst="rect">
            <a:avLst/>
          </a:prstGeom>
        </p:spPr>
        <p:txBody>
          <a:bodyPr vert="horz" wrap="square" lIns="0" tIns="522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15"/>
              </a:spcBef>
            </a:pPr>
            <a:r>
              <a:rPr sz="10700" b="1" spc="-815" dirty="0">
                <a:latin typeface="Microsoft JhengHei"/>
                <a:cs typeface="Microsoft JhengHei"/>
              </a:rPr>
              <a:t>⽬</a:t>
            </a:r>
            <a:r>
              <a:rPr sz="10700" b="1" spc="-1335" dirty="0">
                <a:latin typeface="Malgun Gothic"/>
                <a:cs typeface="Malgun Gothic"/>
              </a:rPr>
              <a:t>錄</a:t>
            </a:r>
            <a:endParaRPr sz="10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5000" b="1" spc="940" dirty="0">
                <a:latin typeface="Arial"/>
                <a:cs typeface="Arial"/>
              </a:rPr>
              <a:t>CONTENTS</a:t>
            </a:r>
            <a:endParaRPr sz="5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4778" y="1860131"/>
            <a:ext cx="2496185" cy="1591945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716280" indent="-703580">
              <a:lnSpc>
                <a:spcPct val="100000"/>
              </a:lnSpc>
              <a:spcBef>
                <a:spcPts val="1885"/>
              </a:spcBef>
              <a:buSzPct val="87671"/>
              <a:buFont typeface="Tahoma"/>
              <a:buAutoNum type="arabicPeriod"/>
              <a:tabLst>
                <a:tab pos="716280" algn="l"/>
              </a:tabLst>
            </a:pPr>
            <a:r>
              <a:rPr sz="3650" spc="-125" dirty="0">
                <a:latin typeface="SimSun"/>
                <a:cs typeface="SimSun"/>
              </a:rPr>
              <a:t>故事</a:t>
            </a:r>
            <a:r>
              <a:rPr sz="3650" spc="-125" dirty="0">
                <a:latin typeface="Microsoft JhengHei"/>
                <a:cs typeface="Microsoft JhengHei"/>
              </a:rPr>
              <a:t>⼤</a:t>
            </a:r>
            <a:r>
              <a:rPr sz="3650" spc="-490" dirty="0">
                <a:latin typeface="SimSun"/>
                <a:cs typeface="SimSun"/>
              </a:rPr>
              <a:t>綱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85"/>
              </a:spcBef>
              <a:buSzPct val="87671"/>
              <a:buFont typeface="Tahoma"/>
              <a:buAutoNum type="arabicPeriod"/>
              <a:tabLst>
                <a:tab pos="716280" algn="l"/>
              </a:tabLst>
            </a:pPr>
            <a:r>
              <a:rPr sz="3650" spc="-220" dirty="0">
                <a:latin typeface="SimSun"/>
                <a:cs typeface="SimSun"/>
              </a:rPr>
              <a:t>遊戲名稱</a:t>
            </a:r>
            <a:endParaRPr sz="365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4778" y="3426333"/>
            <a:ext cx="3851275" cy="4724400"/>
          </a:xfrm>
          <a:prstGeom prst="rect">
            <a:avLst/>
          </a:prstGeom>
        </p:spPr>
        <p:txBody>
          <a:bodyPr vert="horz" wrap="square" lIns="0" tIns="239395" rIns="0" bIns="0" rtlCol="0">
            <a:spAutoFit/>
          </a:bodyPr>
          <a:lstStyle/>
          <a:p>
            <a:pPr marL="716280" indent="-703580">
              <a:lnSpc>
                <a:spcPct val="100000"/>
              </a:lnSpc>
              <a:spcBef>
                <a:spcPts val="1885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200" dirty="0">
                <a:latin typeface="SimSun"/>
                <a:cs typeface="SimSun"/>
              </a:rPr>
              <a:t>標準字設計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85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220" dirty="0">
                <a:latin typeface="SimSun"/>
                <a:cs typeface="SimSun"/>
              </a:rPr>
              <a:t>遊戲流程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85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125" dirty="0">
                <a:latin typeface="SimSun"/>
                <a:cs typeface="SimSun"/>
              </a:rPr>
              <a:t>核</a:t>
            </a:r>
            <a:r>
              <a:rPr sz="3650" spc="-125" dirty="0">
                <a:latin typeface="Microsoft JhengHei"/>
                <a:cs typeface="Microsoft JhengHei"/>
              </a:rPr>
              <a:t>⼼</a:t>
            </a:r>
            <a:r>
              <a:rPr sz="3650" spc="-200" dirty="0">
                <a:latin typeface="SimSun"/>
                <a:cs typeface="SimSun"/>
              </a:rPr>
              <a:t>玩法與機制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85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125" dirty="0">
                <a:latin typeface="Microsoft JhengHei"/>
                <a:cs typeface="Microsoft JhengHei"/>
              </a:rPr>
              <a:t>⾓⾊</a:t>
            </a:r>
            <a:r>
              <a:rPr sz="3650" spc="-310" dirty="0">
                <a:latin typeface="SimSun"/>
                <a:cs typeface="SimSun"/>
              </a:rPr>
              <a:t>設計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90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125" dirty="0">
                <a:latin typeface="SimSun"/>
                <a:cs typeface="SimSun"/>
              </a:rPr>
              <a:t>介</a:t>
            </a:r>
            <a:r>
              <a:rPr sz="3650" spc="-125" dirty="0">
                <a:latin typeface="Microsoft JhengHei"/>
                <a:cs typeface="Microsoft JhengHei"/>
              </a:rPr>
              <a:t>⾯</a:t>
            </a:r>
            <a:r>
              <a:rPr sz="3650" spc="-310" dirty="0">
                <a:latin typeface="SimSun"/>
                <a:cs typeface="SimSun"/>
              </a:rPr>
              <a:t>設計</a:t>
            </a:r>
            <a:endParaRPr sz="3650">
              <a:latin typeface="SimSun"/>
              <a:cs typeface="SimSun"/>
            </a:endParaRPr>
          </a:p>
          <a:p>
            <a:pPr marL="716280" indent="-703580">
              <a:lnSpc>
                <a:spcPct val="100000"/>
              </a:lnSpc>
              <a:spcBef>
                <a:spcPts val="1785"/>
              </a:spcBef>
              <a:buSzPct val="87671"/>
              <a:buFont typeface="Tahoma"/>
              <a:buAutoNum type="arabicPeriod" startAt="3"/>
              <a:tabLst>
                <a:tab pos="716280" algn="l"/>
              </a:tabLst>
            </a:pPr>
            <a:r>
              <a:rPr sz="3650" spc="-220" dirty="0">
                <a:latin typeface="SimSun"/>
                <a:cs typeface="SimSun"/>
              </a:rPr>
              <a:t>參考遊戲</a:t>
            </a:r>
            <a:endParaRPr sz="36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0146" y="682324"/>
            <a:ext cx="3187700" cy="1059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750" spc="-509" dirty="0">
                <a:solidFill>
                  <a:srgbClr val="FFFFFF"/>
                </a:solidFill>
              </a:rPr>
              <a:t>故事</a:t>
            </a:r>
            <a:r>
              <a:rPr sz="6750" spc="-509" dirty="0">
                <a:solidFill>
                  <a:srgbClr val="FFFFFF"/>
                </a:solidFill>
                <a:latin typeface="Microsoft JhengHei"/>
                <a:cs typeface="Microsoft JhengHei"/>
              </a:rPr>
              <a:t>⼤</a:t>
            </a:r>
            <a:r>
              <a:rPr sz="6750" spc="-860" dirty="0">
                <a:solidFill>
                  <a:srgbClr val="FFFFFF"/>
                </a:solidFill>
              </a:rPr>
              <a:t>綱</a:t>
            </a:r>
            <a:endParaRPr sz="675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0286" y="3899868"/>
            <a:ext cx="11725275" cy="293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7300"/>
              </a:lnSpc>
              <a:spcBef>
                <a:spcPts val="95"/>
              </a:spcBef>
            </a:pP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在被稱為「迴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⾳之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境」的古老地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下⽂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明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中</a:t>
            </a:r>
            <a:r>
              <a:rPr sz="3250" spc="-750" dirty="0">
                <a:solidFill>
                  <a:srgbClr val="FFFFFF"/>
                </a:solidFill>
                <a:latin typeface="SimSun"/>
                <a:cs typeface="SimSun"/>
              </a:rPr>
              <a:t>， 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⼀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場名為「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⼤</a:t>
            </a:r>
            <a:r>
              <a:rPr sz="3250" spc="-165" dirty="0">
                <a:solidFill>
                  <a:srgbClr val="FFFFFF"/>
                </a:solidFill>
                <a:latin typeface="SimSun"/>
                <a:cs typeface="SimSun"/>
              </a:rPr>
              <a:t>寂靜」的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災難</a:t>
            </a:r>
            <a:r>
              <a:rPr sz="3250" spc="-80" dirty="0">
                <a:solidFill>
                  <a:srgbClr val="FFFFFF"/>
                </a:solidFill>
                <a:latin typeface="Malgun Gothic"/>
                <a:cs typeface="Malgun Gothic"/>
              </a:rPr>
              <a:t>凍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結了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世界</a:t>
            </a:r>
            <a:r>
              <a:rPr sz="3250" spc="-805" dirty="0">
                <a:solidFill>
                  <a:srgbClr val="FFFFFF"/>
                </a:solidFill>
                <a:latin typeface="SimSun"/>
                <a:cs typeface="SimSun"/>
              </a:rPr>
              <a:t>， </a:t>
            </a:r>
            <a:r>
              <a:rPr sz="3250" spc="-80" dirty="0">
                <a:solidFill>
                  <a:srgbClr val="FFFFFF"/>
                </a:solidFill>
                <a:latin typeface="Malgun Gothic"/>
                <a:cs typeface="Malgun Gothic"/>
              </a:rPr>
              <a:t>兩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個微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⼩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的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⽣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命體從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將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熄滅的微</a:t>
            </a:r>
            <a:r>
              <a:rPr sz="3250" spc="-80" dirty="0">
                <a:solidFill>
                  <a:srgbClr val="FFFFFF"/>
                </a:solidFill>
                <a:latin typeface="Malgun Gothic"/>
                <a:cs typeface="Malgun Gothic"/>
              </a:rPr>
              <a:t>光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中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誕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⽣</a:t>
            </a:r>
            <a:r>
              <a:rPr sz="3250" spc="-530" dirty="0">
                <a:solidFill>
                  <a:srgbClr val="FFFFFF"/>
                </a:solidFill>
                <a:latin typeface="SimSun"/>
                <a:cs typeface="SimSun"/>
              </a:rPr>
              <a:t>了， 祂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們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就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是</a:t>
            </a:r>
            <a:r>
              <a:rPr sz="3250" spc="-80" dirty="0">
                <a:solidFill>
                  <a:srgbClr val="FFFFFF"/>
                </a:solidFill>
                <a:latin typeface="Malgun Gothic"/>
                <a:cs typeface="Malgun Gothic"/>
              </a:rPr>
              <a:t>光</a:t>
            </a:r>
            <a:r>
              <a:rPr sz="3250" spc="-229" dirty="0">
                <a:solidFill>
                  <a:srgbClr val="FFFFFF"/>
                </a:solidFill>
                <a:latin typeface="SimSun"/>
                <a:cs typeface="SimSun"/>
              </a:rPr>
              <a:t>與影的精靈， 他們被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⼀</a:t>
            </a:r>
            <a:r>
              <a:rPr sz="3250" spc="-204" dirty="0">
                <a:solidFill>
                  <a:srgbClr val="FFFFFF"/>
                </a:solidFill>
                <a:latin typeface="SimSun"/>
                <a:cs typeface="SimSun"/>
              </a:rPr>
              <a:t>條「繫線」永遠束縛， 唯有透過無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盡的合作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奔</a:t>
            </a:r>
            <a:r>
              <a:rPr sz="3250" spc="-220" dirty="0">
                <a:solidFill>
                  <a:srgbClr val="FFFFFF"/>
                </a:solidFill>
                <a:latin typeface="SimSun"/>
                <a:cs typeface="SimSun"/>
              </a:rPr>
              <a:t>跑與彼此的信任， 才能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⽤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他們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不</a:t>
            </a:r>
            <a:r>
              <a:rPr sz="3250" spc="-265" dirty="0">
                <a:solidFill>
                  <a:srgbClr val="FFFFFF"/>
                </a:solidFill>
                <a:latin typeface="SimSun"/>
                <a:cs typeface="SimSun"/>
              </a:rPr>
              <a:t>滅的羈絆， 成為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世界</a:t>
            </a:r>
            <a:r>
              <a:rPr sz="3250" spc="-409" dirty="0">
                <a:solidFill>
                  <a:srgbClr val="FFFFFF"/>
                </a:solidFill>
                <a:latin typeface="SimSun"/>
                <a:cs typeface="SimSun"/>
              </a:rPr>
              <a:t>的</a:t>
            </a:r>
            <a:r>
              <a:rPr sz="3250" spc="-80" dirty="0">
                <a:solidFill>
                  <a:srgbClr val="FFFFFF"/>
                </a:solidFill>
                <a:latin typeface="SimSun"/>
                <a:cs typeface="SimSun"/>
              </a:rPr>
              <a:t>永恆</a:t>
            </a:r>
            <a:r>
              <a:rPr sz="3250" spc="-80" dirty="0">
                <a:solidFill>
                  <a:srgbClr val="FFFFFF"/>
                </a:solidFill>
                <a:latin typeface="Malgun Gothic"/>
                <a:cs typeface="Malgun Gothic"/>
              </a:rPr>
              <a:t>光</a:t>
            </a:r>
            <a:r>
              <a:rPr sz="3250" spc="-295" dirty="0">
                <a:solidFill>
                  <a:srgbClr val="FFFFFF"/>
                </a:solidFill>
                <a:latin typeface="SimSun"/>
                <a:cs typeface="SimSun"/>
              </a:rPr>
              <a:t>流， 抵抗虛無</a:t>
            </a:r>
            <a:r>
              <a:rPr sz="3250" spc="-80" dirty="0">
                <a:solidFill>
                  <a:srgbClr val="FFFFFF"/>
                </a:solidFill>
                <a:latin typeface="Microsoft JhengHei"/>
                <a:cs typeface="Microsoft JhengHei"/>
              </a:rPr>
              <a:t>之</a:t>
            </a:r>
            <a:r>
              <a:rPr sz="3250" spc="-150" dirty="0">
                <a:solidFill>
                  <a:srgbClr val="FFFFFF"/>
                </a:solidFill>
                <a:latin typeface="SimSun"/>
                <a:cs typeface="SimSun"/>
              </a:rPr>
              <a:t>黯的侵蝕。</a:t>
            </a:r>
            <a:endParaRPr sz="32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327870"/>
            <a:ext cx="18288000" cy="7632700"/>
            <a:chOff x="0" y="1327870"/>
            <a:chExt cx="18288000" cy="7632700"/>
          </a:xfrm>
        </p:grpSpPr>
        <p:sp>
          <p:nvSpPr>
            <p:cNvPr id="3" name="object 3"/>
            <p:cNvSpPr/>
            <p:nvPr/>
          </p:nvSpPr>
          <p:spPr>
            <a:xfrm>
              <a:off x="7320488" y="1327870"/>
              <a:ext cx="10967720" cy="7632700"/>
            </a:xfrm>
            <a:custGeom>
              <a:avLst/>
              <a:gdLst/>
              <a:ahLst/>
              <a:cxnLst/>
              <a:rect l="l" t="t" r="r" b="b"/>
              <a:pathLst>
                <a:path w="10967719" h="7632700">
                  <a:moveTo>
                    <a:pt x="10967511" y="7632699"/>
                  </a:moveTo>
                  <a:lnTo>
                    <a:pt x="3530043" y="7632699"/>
                  </a:lnTo>
                  <a:lnTo>
                    <a:pt x="3482747" y="7619999"/>
                  </a:lnTo>
                  <a:lnTo>
                    <a:pt x="3388650" y="7619999"/>
                  </a:lnTo>
                  <a:lnTo>
                    <a:pt x="3341856" y="7607299"/>
                  </a:lnTo>
                  <a:lnTo>
                    <a:pt x="3295237" y="7607299"/>
                  </a:lnTo>
                  <a:lnTo>
                    <a:pt x="3248796" y="7594599"/>
                  </a:lnTo>
                  <a:lnTo>
                    <a:pt x="3202537" y="7594599"/>
                  </a:lnTo>
                  <a:lnTo>
                    <a:pt x="3110576" y="7569199"/>
                  </a:lnTo>
                  <a:lnTo>
                    <a:pt x="3064882" y="7569199"/>
                  </a:lnTo>
                  <a:lnTo>
                    <a:pt x="2884095" y="7518399"/>
                  </a:lnTo>
                  <a:lnTo>
                    <a:pt x="2839413" y="7518399"/>
                  </a:lnTo>
                  <a:lnTo>
                    <a:pt x="2662851" y="7467599"/>
                  </a:lnTo>
                  <a:lnTo>
                    <a:pt x="2619269" y="7442199"/>
                  </a:lnTo>
                  <a:lnTo>
                    <a:pt x="2447280" y="7391399"/>
                  </a:lnTo>
                  <a:lnTo>
                    <a:pt x="2404886" y="7365999"/>
                  </a:lnTo>
                  <a:lnTo>
                    <a:pt x="2320843" y="7340599"/>
                  </a:lnTo>
                  <a:lnTo>
                    <a:pt x="2279203" y="7315199"/>
                  </a:lnTo>
                  <a:lnTo>
                    <a:pt x="2237821" y="7302499"/>
                  </a:lnTo>
                  <a:lnTo>
                    <a:pt x="2196700" y="7277099"/>
                  </a:lnTo>
                  <a:lnTo>
                    <a:pt x="2155846" y="7264399"/>
                  </a:lnTo>
                  <a:lnTo>
                    <a:pt x="2074946" y="7213599"/>
                  </a:lnTo>
                  <a:lnTo>
                    <a:pt x="2034909" y="7200899"/>
                  </a:lnTo>
                  <a:lnTo>
                    <a:pt x="1955675" y="7150099"/>
                  </a:lnTo>
                  <a:lnTo>
                    <a:pt x="1916486" y="7137399"/>
                  </a:lnTo>
                  <a:lnTo>
                    <a:pt x="1800673" y="7061199"/>
                  </a:lnTo>
                  <a:lnTo>
                    <a:pt x="1687562" y="6984999"/>
                  </a:lnTo>
                  <a:lnTo>
                    <a:pt x="1577249" y="6908799"/>
                  </a:lnTo>
                  <a:lnTo>
                    <a:pt x="1469829" y="6832599"/>
                  </a:lnTo>
                  <a:lnTo>
                    <a:pt x="1399868" y="6781799"/>
                  </a:lnTo>
                  <a:lnTo>
                    <a:pt x="1365394" y="6743699"/>
                  </a:lnTo>
                  <a:lnTo>
                    <a:pt x="1297477" y="6692899"/>
                  </a:lnTo>
                  <a:lnTo>
                    <a:pt x="1264041" y="6654799"/>
                  </a:lnTo>
                  <a:lnTo>
                    <a:pt x="1198230" y="6603999"/>
                  </a:lnTo>
                  <a:lnTo>
                    <a:pt x="1165862" y="6565899"/>
                  </a:lnTo>
                  <a:lnTo>
                    <a:pt x="1133858" y="6540499"/>
                  </a:lnTo>
                  <a:lnTo>
                    <a:pt x="1102221" y="6502399"/>
                  </a:lnTo>
                  <a:lnTo>
                    <a:pt x="1070954" y="6476999"/>
                  </a:lnTo>
                  <a:lnTo>
                    <a:pt x="1040060" y="6438899"/>
                  </a:lnTo>
                  <a:lnTo>
                    <a:pt x="1009544" y="6413499"/>
                  </a:lnTo>
                  <a:lnTo>
                    <a:pt x="979409" y="6375399"/>
                  </a:lnTo>
                  <a:lnTo>
                    <a:pt x="949658" y="6337299"/>
                  </a:lnTo>
                  <a:lnTo>
                    <a:pt x="920294" y="6311899"/>
                  </a:lnTo>
                  <a:lnTo>
                    <a:pt x="891322" y="6273799"/>
                  </a:lnTo>
                  <a:lnTo>
                    <a:pt x="862745" y="6235699"/>
                  </a:lnTo>
                  <a:lnTo>
                    <a:pt x="834566" y="6210299"/>
                  </a:lnTo>
                  <a:lnTo>
                    <a:pt x="806788" y="6172199"/>
                  </a:lnTo>
                  <a:lnTo>
                    <a:pt x="779416" y="6134099"/>
                  </a:lnTo>
                  <a:lnTo>
                    <a:pt x="752453" y="6095999"/>
                  </a:lnTo>
                  <a:lnTo>
                    <a:pt x="725902" y="6057899"/>
                  </a:lnTo>
                  <a:lnTo>
                    <a:pt x="699766" y="6019799"/>
                  </a:lnTo>
                  <a:lnTo>
                    <a:pt x="674050" y="5994399"/>
                  </a:lnTo>
                  <a:lnTo>
                    <a:pt x="648757" y="5956299"/>
                  </a:lnTo>
                  <a:lnTo>
                    <a:pt x="623889" y="5918199"/>
                  </a:lnTo>
                  <a:lnTo>
                    <a:pt x="599452" y="5880099"/>
                  </a:lnTo>
                  <a:lnTo>
                    <a:pt x="575447" y="5841999"/>
                  </a:lnTo>
                  <a:lnTo>
                    <a:pt x="551880" y="5803899"/>
                  </a:lnTo>
                  <a:lnTo>
                    <a:pt x="528752" y="5765799"/>
                  </a:lnTo>
                  <a:lnTo>
                    <a:pt x="506068" y="5727699"/>
                  </a:lnTo>
                  <a:lnTo>
                    <a:pt x="483832" y="5689599"/>
                  </a:lnTo>
                  <a:lnTo>
                    <a:pt x="462046" y="5638799"/>
                  </a:lnTo>
                  <a:lnTo>
                    <a:pt x="440714" y="5600699"/>
                  </a:lnTo>
                  <a:lnTo>
                    <a:pt x="419840" y="5562599"/>
                  </a:lnTo>
                  <a:lnTo>
                    <a:pt x="399427" y="5524499"/>
                  </a:lnTo>
                  <a:lnTo>
                    <a:pt x="379479" y="5486399"/>
                  </a:lnTo>
                  <a:lnTo>
                    <a:pt x="359999" y="5448299"/>
                  </a:lnTo>
                  <a:lnTo>
                    <a:pt x="340990" y="5397499"/>
                  </a:lnTo>
                  <a:lnTo>
                    <a:pt x="322457" y="5359399"/>
                  </a:lnTo>
                  <a:lnTo>
                    <a:pt x="304402" y="5321299"/>
                  </a:lnTo>
                  <a:lnTo>
                    <a:pt x="286830" y="5270499"/>
                  </a:lnTo>
                  <a:lnTo>
                    <a:pt x="269743" y="5232399"/>
                  </a:lnTo>
                  <a:lnTo>
                    <a:pt x="253145" y="5194299"/>
                  </a:lnTo>
                  <a:lnTo>
                    <a:pt x="237040" y="5143499"/>
                  </a:lnTo>
                  <a:lnTo>
                    <a:pt x="221431" y="5105399"/>
                  </a:lnTo>
                  <a:lnTo>
                    <a:pt x="206322" y="5067299"/>
                  </a:lnTo>
                  <a:lnTo>
                    <a:pt x="191715" y="5016499"/>
                  </a:lnTo>
                  <a:lnTo>
                    <a:pt x="177616" y="4978399"/>
                  </a:lnTo>
                  <a:lnTo>
                    <a:pt x="164026" y="4927599"/>
                  </a:lnTo>
                  <a:lnTo>
                    <a:pt x="150950" y="4889499"/>
                  </a:lnTo>
                  <a:lnTo>
                    <a:pt x="138392" y="4838699"/>
                  </a:lnTo>
                  <a:lnTo>
                    <a:pt x="126353" y="4800599"/>
                  </a:lnTo>
                  <a:lnTo>
                    <a:pt x="114839" y="4749799"/>
                  </a:lnTo>
                  <a:lnTo>
                    <a:pt x="103853" y="4711699"/>
                  </a:lnTo>
                  <a:lnTo>
                    <a:pt x="93397" y="4660899"/>
                  </a:lnTo>
                  <a:lnTo>
                    <a:pt x="83476" y="4622799"/>
                  </a:lnTo>
                  <a:lnTo>
                    <a:pt x="74094" y="4571999"/>
                  </a:lnTo>
                  <a:lnTo>
                    <a:pt x="65252" y="4533899"/>
                  </a:lnTo>
                  <a:lnTo>
                    <a:pt x="56956" y="4483099"/>
                  </a:lnTo>
                  <a:lnTo>
                    <a:pt x="49209" y="4432299"/>
                  </a:lnTo>
                  <a:lnTo>
                    <a:pt x="42013" y="4394199"/>
                  </a:lnTo>
                  <a:lnTo>
                    <a:pt x="35373" y="4343399"/>
                  </a:lnTo>
                  <a:lnTo>
                    <a:pt x="29292" y="4292599"/>
                  </a:lnTo>
                  <a:lnTo>
                    <a:pt x="23774" y="4254499"/>
                  </a:lnTo>
                  <a:lnTo>
                    <a:pt x="18821" y="4203699"/>
                  </a:lnTo>
                  <a:lnTo>
                    <a:pt x="14438" y="4152899"/>
                  </a:lnTo>
                  <a:lnTo>
                    <a:pt x="10629" y="4114799"/>
                  </a:lnTo>
                  <a:lnTo>
                    <a:pt x="7395" y="4063999"/>
                  </a:lnTo>
                  <a:lnTo>
                    <a:pt x="4742" y="4013199"/>
                  </a:lnTo>
                  <a:lnTo>
                    <a:pt x="2673" y="3962399"/>
                  </a:lnTo>
                  <a:lnTo>
                    <a:pt x="1190" y="3924299"/>
                  </a:lnTo>
                  <a:lnTo>
                    <a:pt x="298" y="3873499"/>
                  </a:lnTo>
                  <a:lnTo>
                    <a:pt x="0" y="3822699"/>
                  </a:lnTo>
                  <a:lnTo>
                    <a:pt x="298" y="3771899"/>
                  </a:lnTo>
                  <a:lnTo>
                    <a:pt x="1190" y="3721099"/>
                  </a:lnTo>
                  <a:lnTo>
                    <a:pt x="2673" y="3682999"/>
                  </a:lnTo>
                  <a:lnTo>
                    <a:pt x="4742" y="3632199"/>
                  </a:lnTo>
                  <a:lnTo>
                    <a:pt x="7395" y="3581399"/>
                  </a:lnTo>
                  <a:lnTo>
                    <a:pt x="10629" y="3530599"/>
                  </a:lnTo>
                  <a:lnTo>
                    <a:pt x="14438" y="3492499"/>
                  </a:lnTo>
                  <a:lnTo>
                    <a:pt x="18821" y="3441699"/>
                  </a:lnTo>
                  <a:lnTo>
                    <a:pt x="23774" y="3390899"/>
                  </a:lnTo>
                  <a:lnTo>
                    <a:pt x="29292" y="3352799"/>
                  </a:lnTo>
                  <a:lnTo>
                    <a:pt x="35373" y="3301999"/>
                  </a:lnTo>
                  <a:lnTo>
                    <a:pt x="42013" y="3251199"/>
                  </a:lnTo>
                  <a:lnTo>
                    <a:pt x="49209" y="3213099"/>
                  </a:lnTo>
                  <a:lnTo>
                    <a:pt x="56956" y="3162299"/>
                  </a:lnTo>
                  <a:lnTo>
                    <a:pt x="65252" y="3111499"/>
                  </a:lnTo>
                  <a:lnTo>
                    <a:pt x="74094" y="3073399"/>
                  </a:lnTo>
                  <a:lnTo>
                    <a:pt x="83476" y="3022599"/>
                  </a:lnTo>
                  <a:lnTo>
                    <a:pt x="93397" y="2984499"/>
                  </a:lnTo>
                  <a:lnTo>
                    <a:pt x="103853" y="2933699"/>
                  </a:lnTo>
                  <a:lnTo>
                    <a:pt x="114839" y="2882899"/>
                  </a:lnTo>
                  <a:lnTo>
                    <a:pt x="126353" y="2844799"/>
                  </a:lnTo>
                  <a:lnTo>
                    <a:pt x="138392" y="2793999"/>
                  </a:lnTo>
                  <a:lnTo>
                    <a:pt x="150950" y="2755899"/>
                  </a:lnTo>
                  <a:lnTo>
                    <a:pt x="164026" y="2717799"/>
                  </a:lnTo>
                  <a:lnTo>
                    <a:pt x="177616" y="2666999"/>
                  </a:lnTo>
                  <a:lnTo>
                    <a:pt x="191715" y="2628899"/>
                  </a:lnTo>
                  <a:lnTo>
                    <a:pt x="206322" y="2578099"/>
                  </a:lnTo>
                  <a:lnTo>
                    <a:pt x="221431" y="2539999"/>
                  </a:lnTo>
                  <a:lnTo>
                    <a:pt x="237040" y="2489199"/>
                  </a:lnTo>
                  <a:lnTo>
                    <a:pt x="253145" y="2451099"/>
                  </a:lnTo>
                  <a:lnTo>
                    <a:pt x="269743" y="2412999"/>
                  </a:lnTo>
                  <a:lnTo>
                    <a:pt x="286830" y="2362199"/>
                  </a:lnTo>
                  <a:lnTo>
                    <a:pt x="304402" y="2324099"/>
                  </a:lnTo>
                  <a:lnTo>
                    <a:pt x="322457" y="2285999"/>
                  </a:lnTo>
                  <a:lnTo>
                    <a:pt x="340990" y="2247899"/>
                  </a:lnTo>
                  <a:lnTo>
                    <a:pt x="359999" y="2197099"/>
                  </a:lnTo>
                  <a:lnTo>
                    <a:pt x="379479" y="2158999"/>
                  </a:lnTo>
                  <a:lnTo>
                    <a:pt x="399427" y="2120899"/>
                  </a:lnTo>
                  <a:lnTo>
                    <a:pt x="419840" y="2082799"/>
                  </a:lnTo>
                  <a:lnTo>
                    <a:pt x="440714" y="2044699"/>
                  </a:lnTo>
                  <a:lnTo>
                    <a:pt x="462046" y="1993899"/>
                  </a:lnTo>
                  <a:lnTo>
                    <a:pt x="483832" y="1955799"/>
                  </a:lnTo>
                  <a:lnTo>
                    <a:pt x="506068" y="1917699"/>
                  </a:lnTo>
                  <a:lnTo>
                    <a:pt x="528752" y="1879599"/>
                  </a:lnTo>
                  <a:lnTo>
                    <a:pt x="551880" y="1841499"/>
                  </a:lnTo>
                  <a:lnTo>
                    <a:pt x="575447" y="1803399"/>
                  </a:lnTo>
                  <a:lnTo>
                    <a:pt x="599452" y="1765299"/>
                  </a:lnTo>
                  <a:lnTo>
                    <a:pt x="623889" y="1727199"/>
                  </a:lnTo>
                  <a:lnTo>
                    <a:pt x="648757" y="1689099"/>
                  </a:lnTo>
                  <a:lnTo>
                    <a:pt x="674050" y="1650999"/>
                  </a:lnTo>
                  <a:lnTo>
                    <a:pt x="699766" y="1612899"/>
                  </a:lnTo>
                  <a:lnTo>
                    <a:pt x="725902" y="1587499"/>
                  </a:lnTo>
                  <a:lnTo>
                    <a:pt x="752453" y="1549399"/>
                  </a:lnTo>
                  <a:lnTo>
                    <a:pt x="779416" y="1511299"/>
                  </a:lnTo>
                  <a:lnTo>
                    <a:pt x="806788" y="1473199"/>
                  </a:lnTo>
                  <a:lnTo>
                    <a:pt x="834566" y="1435099"/>
                  </a:lnTo>
                  <a:lnTo>
                    <a:pt x="862745" y="1409699"/>
                  </a:lnTo>
                  <a:lnTo>
                    <a:pt x="891322" y="1371599"/>
                  </a:lnTo>
                  <a:lnTo>
                    <a:pt x="920294" y="1333499"/>
                  </a:lnTo>
                  <a:lnTo>
                    <a:pt x="949658" y="1308099"/>
                  </a:lnTo>
                  <a:lnTo>
                    <a:pt x="979409" y="1269999"/>
                  </a:lnTo>
                  <a:lnTo>
                    <a:pt x="1009544" y="1231899"/>
                  </a:lnTo>
                  <a:lnTo>
                    <a:pt x="1040060" y="1206499"/>
                  </a:lnTo>
                  <a:lnTo>
                    <a:pt x="1070954" y="1168399"/>
                  </a:lnTo>
                  <a:lnTo>
                    <a:pt x="1102221" y="1142999"/>
                  </a:lnTo>
                  <a:lnTo>
                    <a:pt x="1133858" y="1104899"/>
                  </a:lnTo>
                  <a:lnTo>
                    <a:pt x="1165862" y="1079499"/>
                  </a:lnTo>
                  <a:lnTo>
                    <a:pt x="1198230" y="1041399"/>
                  </a:lnTo>
                  <a:lnTo>
                    <a:pt x="1264041" y="990599"/>
                  </a:lnTo>
                  <a:lnTo>
                    <a:pt x="1297477" y="952499"/>
                  </a:lnTo>
                  <a:lnTo>
                    <a:pt x="1365394" y="901699"/>
                  </a:lnTo>
                  <a:lnTo>
                    <a:pt x="1399868" y="863599"/>
                  </a:lnTo>
                  <a:lnTo>
                    <a:pt x="1469829" y="812799"/>
                  </a:lnTo>
                  <a:lnTo>
                    <a:pt x="1577249" y="736599"/>
                  </a:lnTo>
                  <a:lnTo>
                    <a:pt x="1613704" y="698499"/>
                  </a:lnTo>
                  <a:lnTo>
                    <a:pt x="1687562" y="647699"/>
                  </a:lnTo>
                  <a:lnTo>
                    <a:pt x="1724959" y="634999"/>
                  </a:lnTo>
                  <a:lnTo>
                    <a:pt x="1838981" y="558799"/>
                  </a:lnTo>
                  <a:lnTo>
                    <a:pt x="1955675" y="482599"/>
                  </a:lnTo>
                  <a:lnTo>
                    <a:pt x="1995150" y="469899"/>
                  </a:lnTo>
                  <a:lnTo>
                    <a:pt x="2074946" y="419099"/>
                  </a:lnTo>
                  <a:lnTo>
                    <a:pt x="2115260" y="406399"/>
                  </a:lnTo>
                  <a:lnTo>
                    <a:pt x="2155846" y="380999"/>
                  </a:lnTo>
                  <a:lnTo>
                    <a:pt x="2196700" y="368299"/>
                  </a:lnTo>
                  <a:lnTo>
                    <a:pt x="2237821" y="342899"/>
                  </a:lnTo>
                  <a:lnTo>
                    <a:pt x="2279203" y="330199"/>
                  </a:lnTo>
                  <a:lnTo>
                    <a:pt x="2320843" y="304799"/>
                  </a:lnTo>
                  <a:lnTo>
                    <a:pt x="2404886" y="279399"/>
                  </a:lnTo>
                  <a:lnTo>
                    <a:pt x="2447280" y="253999"/>
                  </a:lnTo>
                  <a:lnTo>
                    <a:pt x="2575917" y="215899"/>
                  </a:lnTo>
                  <a:lnTo>
                    <a:pt x="2619269" y="190499"/>
                  </a:lnTo>
                  <a:lnTo>
                    <a:pt x="2884095" y="114299"/>
                  </a:lnTo>
                  <a:lnTo>
                    <a:pt x="2928986" y="114299"/>
                  </a:lnTo>
                  <a:lnTo>
                    <a:pt x="3064882" y="76199"/>
                  </a:lnTo>
                  <a:lnTo>
                    <a:pt x="3110576" y="76199"/>
                  </a:lnTo>
                  <a:lnTo>
                    <a:pt x="3202537" y="50799"/>
                  </a:lnTo>
                  <a:lnTo>
                    <a:pt x="3248796" y="50799"/>
                  </a:lnTo>
                  <a:lnTo>
                    <a:pt x="3295237" y="38099"/>
                  </a:lnTo>
                  <a:lnTo>
                    <a:pt x="3341856" y="38099"/>
                  </a:lnTo>
                  <a:lnTo>
                    <a:pt x="3388650" y="25399"/>
                  </a:lnTo>
                  <a:lnTo>
                    <a:pt x="3482747" y="25399"/>
                  </a:lnTo>
                  <a:lnTo>
                    <a:pt x="3530043" y="12699"/>
                  </a:lnTo>
                  <a:lnTo>
                    <a:pt x="3672881" y="12699"/>
                  </a:lnTo>
                  <a:lnTo>
                    <a:pt x="3720798" y="0"/>
                  </a:lnTo>
                  <a:lnTo>
                    <a:pt x="10967511" y="0"/>
                  </a:lnTo>
                  <a:lnTo>
                    <a:pt x="10967511" y="7632699"/>
                  </a:lnTo>
                  <a:close/>
                </a:path>
              </a:pathLst>
            </a:custGeom>
            <a:solidFill>
              <a:srgbClr val="D9D9D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315790"/>
              <a:ext cx="7962473" cy="477202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216427" y="3126149"/>
            <a:ext cx="7375525" cy="645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20895" algn="l"/>
              </a:tabLst>
            </a:pPr>
            <a:r>
              <a:rPr sz="4050" spc="-140" dirty="0"/>
              <a:t>遊戲名稱</a:t>
            </a:r>
            <a:r>
              <a:rPr sz="4050" spc="-490" dirty="0"/>
              <a:t>：</a:t>
            </a:r>
            <a:r>
              <a:rPr sz="4050" spc="-1035" dirty="0"/>
              <a:t> </a:t>
            </a:r>
            <a:r>
              <a:rPr sz="3600" spc="265" dirty="0">
                <a:latin typeface="Tahoma"/>
                <a:cs typeface="Tahoma"/>
              </a:rPr>
              <a:t>BOUND</a:t>
            </a:r>
            <a:r>
              <a:rPr sz="3600" dirty="0">
                <a:latin typeface="Tahoma"/>
                <a:cs typeface="Tahoma"/>
              </a:rPr>
              <a:t>	</a:t>
            </a:r>
            <a:r>
              <a:rPr sz="3600" spc="215" dirty="0">
                <a:latin typeface="Tahoma"/>
                <a:cs typeface="Tahoma"/>
              </a:rPr>
              <a:t>TOGETHER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360" dirty="0">
                <a:latin typeface="Tahoma"/>
                <a:cs typeface="Tahoma"/>
              </a:rPr>
              <a:t>BOUND</a:t>
            </a:r>
            <a:r>
              <a:rPr sz="2300" spc="-105" dirty="0">
                <a:latin typeface="Tahoma"/>
                <a:cs typeface="Tahoma"/>
              </a:rPr>
              <a:t> ( </a:t>
            </a:r>
            <a:r>
              <a:rPr spc="-95" dirty="0"/>
              <a:t>束縛</a:t>
            </a:r>
            <a:r>
              <a:rPr sz="2300" spc="380" dirty="0">
                <a:latin typeface="Tahoma"/>
                <a:cs typeface="Tahoma"/>
              </a:rPr>
              <a:t>/</a:t>
            </a:r>
            <a:r>
              <a:rPr spc="-95" dirty="0">
                <a:latin typeface="Microsoft JhengHei"/>
                <a:cs typeface="Microsoft JhengHei"/>
              </a:rPr>
              <a:t>界</a:t>
            </a:r>
            <a:r>
              <a:rPr spc="-95" dirty="0"/>
              <a:t>限</a:t>
            </a:r>
            <a:r>
              <a:rPr sz="2300" spc="-254" dirty="0">
                <a:latin typeface="Tahoma"/>
                <a:cs typeface="Tahoma"/>
              </a:rPr>
              <a:t>): </a:t>
            </a:r>
            <a:r>
              <a:rPr spc="-95" dirty="0"/>
              <a:t>強調遊戲的核</a:t>
            </a:r>
            <a:r>
              <a:rPr spc="-95" dirty="0">
                <a:latin typeface="Microsoft JhengHei"/>
                <a:cs typeface="Microsoft JhengHei"/>
              </a:rPr>
              <a:t>⼼</a:t>
            </a:r>
            <a:r>
              <a:rPr spc="-140" dirty="0"/>
              <a:t>機制與挑戰。</a:t>
            </a:r>
            <a:endParaRPr sz="23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2300"/>
          </a:p>
          <a:p>
            <a:pPr marL="12700" marR="5080">
              <a:lnSpc>
                <a:spcPct val="117800"/>
              </a:lnSpc>
            </a:pPr>
            <a:r>
              <a:rPr sz="2300" spc="280" dirty="0">
                <a:latin typeface="Tahoma"/>
                <a:cs typeface="Tahoma"/>
              </a:rPr>
              <a:t>TOGETHER</a:t>
            </a:r>
            <a:r>
              <a:rPr sz="2300" spc="-155" dirty="0">
                <a:latin typeface="Tahoma"/>
                <a:cs typeface="Tahoma"/>
              </a:rPr>
              <a:t> ( </a:t>
            </a:r>
            <a:r>
              <a:rPr spc="-95" dirty="0">
                <a:latin typeface="Microsoft JhengHei"/>
                <a:cs typeface="Microsoft JhengHei"/>
              </a:rPr>
              <a:t>⼀</a:t>
            </a:r>
            <a:r>
              <a:rPr spc="-95" dirty="0"/>
              <a:t>起</a:t>
            </a:r>
            <a:r>
              <a:rPr sz="2300" spc="380" dirty="0">
                <a:latin typeface="Tahoma"/>
                <a:cs typeface="Tahoma"/>
              </a:rPr>
              <a:t>/</a:t>
            </a:r>
            <a:r>
              <a:rPr spc="-95" dirty="0"/>
              <a:t>合作</a:t>
            </a:r>
            <a:r>
              <a:rPr sz="2300" spc="-260" dirty="0">
                <a:latin typeface="Tahoma"/>
                <a:cs typeface="Tahoma"/>
              </a:rPr>
              <a:t>): </a:t>
            </a:r>
            <a:r>
              <a:rPr spc="-95" dirty="0"/>
              <a:t>強調</a:t>
            </a:r>
            <a:r>
              <a:rPr spc="-95" dirty="0">
                <a:latin typeface="Microsoft JhengHei"/>
                <a:cs typeface="Microsoft JhengHei"/>
              </a:rPr>
              <a:t>⾯</a:t>
            </a:r>
            <a:r>
              <a:rPr spc="-200" dirty="0"/>
              <a:t>對無盡的挑戰與陷阱， 唯</a:t>
            </a:r>
            <a:r>
              <a:rPr spc="-365" dirty="0">
                <a:latin typeface="Microsoft JhengHei"/>
                <a:cs typeface="Microsoft JhengHei"/>
              </a:rPr>
              <a:t>⼀</a:t>
            </a:r>
            <a:r>
              <a:rPr spc="-95" dirty="0"/>
              <a:t>的</a:t>
            </a:r>
            <a:r>
              <a:rPr spc="-95" dirty="0">
                <a:latin typeface="Microsoft JhengHei"/>
                <a:cs typeface="Microsoft JhengHei"/>
              </a:rPr>
              <a:t>⽣</a:t>
            </a:r>
            <a:r>
              <a:rPr spc="-95" dirty="0"/>
              <a:t>存</a:t>
            </a:r>
            <a:r>
              <a:rPr spc="-95" dirty="0">
                <a:latin typeface="Microsoft JhengHei"/>
                <a:cs typeface="Microsoft JhengHei"/>
              </a:rPr>
              <a:t>之</a:t>
            </a:r>
            <a:r>
              <a:rPr spc="-120" dirty="0"/>
              <a:t>道是彼此信任、合作同步。</a:t>
            </a:r>
            <a:endParaRPr sz="23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23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95" dirty="0"/>
              <a:t>這個詞突顯了遊戲「合作</a:t>
            </a:r>
            <a:r>
              <a:rPr spc="-95" dirty="0">
                <a:latin typeface="Microsoft JhengHei"/>
                <a:cs typeface="Microsoft JhengHei"/>
              </a:rPr>
              <a:t>⾄上</a:t>
            </a:r>
            <a:r>
              <a:rPr spc="-95" dirty="0"/>
              <a:t>」的理</a:t>
            </a:r>
            <a:r>
              <a:rPr spc="-95" dirty="0">
                <a:latin typeface="Microsoft JhengHei"/>
                <a:cs typeface="Microsoft JhengHei"/>
              </a:rPr>
              <a:t>念</a:t>
            </a:r>
            <a:r>
              <a:rPr spc="-365" dirty="0"/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0268"/>
            <a:ext cx="17962245" cy="7034530"/>
            <a:chOff x="0" y="280268"/>
            <a:chExt cx="17962245" cy="7034530"/>
          </a:xfrm>
        </p:grpSpPr>
        <p:sp>
          <p:nvSpPr>
            <p:cNvPr id="3" name="object 3"/>
            <p:cNvSpPr/>
            <p:nvPr/>
          </p:nvSpPr>
          <p:spPr>
            <a:xfrm>
              <a:off x="0" y="3431531"/>
              <a:ext cx="5550535" cy="2969260"/>
            </a:xfrm>
            <a:custGeom>
              <a:avLst/>
              <a:gdLst/>
              <a:ahLst/>
              <a:cxnLst/>
              <a:rect l="l" t="t" r="r" b="b"/>
              <a:pathLst>
                <a:path w="5550535" h="2969260">
                  <a:moveTo>
                    <a:pt x="4066041" y="2969052"/>
                  </a:moveTo>
                  <a:lnTo>
                    <a:pt x="0" y="2969052"/>
                  </a:lnTo>
                  <a:lnTo>
                    <a:pt x="0" y="0"/>
                  </a:lnTo>
                  <a:lnTo>
                    <a:pt x="4066041" y="0"/>
                  </a:lnTo>
                  <a:lnTo>
                    <a:pt x="4114087" y="762"/>
                  </a:lnTo>
                  <a:lnTo>
                    <a:pt x="4161751" y="3035"/>
                  </a:lnTo>
                  <a:lnTo>
                    <a:pt x="4209011" y="6795"/>
                  </a:lnTo>
                  <a:lnTo>
                    <a:pt x="4255844" y="12019"/>
                  </a:lnTo>
                  <a:lnTo>
                    <a:pt x="4302227" y="18685"/>
                  </a:lnTo>
                  <a:lnTo>
                    <a:pt x="4348136" y="26768"/>
                  </a:lnTo>
                  <a:lnTo>
                    <a:pt x="4393549" y="36246"/>
                  </a:lnTo>
                  <a:lnTo>
                    <a:pt x="4438443" y="47096"/>
                  </a:lnTo>
                  <a:lnTo>
                    <a:pt x="4482794" y="59295"/>
                  </a:lnTo>
                  <a:lnTo>
                    <a:pt x="4526579" y="72820"/>
                  </a:lnTo>
                  <a:lnTo>
                    <a:pt x="4569777" y="87647"/>
                  </a:lnTo>
                  <a:lnTo>
                    <a:pt x="4612362" y="103754"/>
                  </a:lnTo>
                  <a:lnTo>
                    <a:pt x="4654313" y="121118"/>
                  </a:lnTo>
                  <a:lnTo>
                    <a:pt x="4695607" y="139716"/>
                  </a:lnTo>
                  <a:lnTo>
                    <a:pt x="4736219" y="159525"/>
                  </a:lnTo>
                  <a:lnTo>
                    <a:pt x="4776128" y="180520"/>
                  </a:lnTo>
                  <a:lnTo>
                    <a:pt x="4815310" y="202681"/>
                  </a:lnTo>
                  <a:lnTo>
                    <a:pt x="4853743" y="225983"/>
                  </a:lnTo>
                  <a:lnTo>
                    <a:pt x="4891402" y="250403"/>
                  </a:lnTo>
                  <a:lnTo>
                    <a:pt x="4928266" y="275919"/>
                  </a:lnTo>
                  <a:lnTo>
                    <a:pt x="4964311" y="302507"/>
                  </a:lnTo>
                  <a:lnTo>
                    <a:pt x="4999514" y="330145"/>
                  </a:lnTo>
                  <a:lnTo>
                    <a:pt x="5033851" y="358809"/>
                  </a:lnTo>
                  <a:lnTo>
                    <a:pt x="5067301" y="388476"/>
                  </a:lnTo>
                  <a:lnTo>
                    <a:pt x="5099840" y="419123"/>
                  </a:lnTo>
                  <a:lnTo>
                    <a:pt x="5131444" y="450728"/>
                  </a:lnTo>
                  <a:lnTo>
                    <a:pt x="5162092" y="483266"/>
                  </a:lnTo>
                  <a:lnTo>
                    <a:pt x="5191759" y="516716"/>
                  </a:lnTo>
                  <a:lnTo>
                    <a:pt x="5220423" y="551054"/>
                  </a:lnTo>
                  <a:lnTo>
                    <a:pt x="5248060" y="586257"/>
                  </a:lnTo>
                  <a:lnTo>
                    <a:pt x="5274648" y="622301"/>
                  </a:lnTo>
                  <a:lnTo>
                    <a:pt x="5300164" y="659165"/>
                  </a:lnTo>
                  <a:lnTo>
                    <a:pt x="5324585" y="696825"/>
                  </a:lnTo>
                  <a:lnTo>
                    <a:pt x="5347887" y="735257"/>
                  </a:lnTo>
                  <a:lnTo>
                    <a:pt x="5370047" y="774439"/>
                  </a:lnTo>
                  <a:lnTo>
                    <a:pt x="5391043" y="814348"/>
                  </a:lnTo>
                  <a:lnTo>
                    <a:pt x="5410851" y="854961"/>
                  </a:lnTo>
                  <a:lnTo>
                    <a:pt x="5429449" y="896254"/>
                  </a:lnTo>
                  <a:lnTo>
                    <a:pt x="5446813" y="938205"/>
                  </a:lnTo>
                  <a:lnTo>
                    <a:pt x="5462920" y="980791"/>
                  </a:lnTo>
                  <a:lnTo>
                    <a:pt x="5477748" y="1023988"/>
                  </a:lnTo>
                  <a:lnTo>
                    <a:pt x="5491273" y="1067774"/>
                  </a:lnTo>
                  <a:lnTo>
                    <a:pt x="5503471" y="1112125"/>
                  </a:lnTo>
                  <a:lnTo>
                    <a:pt x="5514321" y="1157018"/>
                  </a:lnTo>
                  <a:lnTo>
                    <a:pt x="5523800" y="1202431"/>
                  </a:lnTo>
                  <a:lnTo>
                    <a:pt x="5531883" y="1248341"/>
                  </a:lnTo>
                  <a:lnTo>
                    <a:pt x="5538548" y="1294723"/>
                  </a:lnTo>
                  <a:lnTo>
                    <a:pt x="5543772" y="1341556"/>
                  </a:lnTo>
                  <a:lnTo>
                    <a:pt x="5547532" y="1388816"/>
                  </a:lnTo>
                  <a:lnTo>
                    <a:pt x="5549805" y="1436480"/>
                  </a:lnTo>
                  <a:lnTo>
                    <a:pt x="5550278" y="1466249"/>
                  </a:lnTo>
                  <a:lnTo>
                    <a:pt x="5550278" y="1502803"/>
                  </a:lnTo>
                  <a:lnTo>
                    <a:pt x="5547532" y="1580235"/>
                  </a:lnTo>
                  <a:lnTo>
                    <a:pt x="5543772" y="1627496"/>
                  </a:lnTo>
                  <a:lnTo>
                    <a:pt x="5538548" y="1674328"/>
                  </a:lnTo>
                  <a:lnTo>
                    <a:pt x="5531883" y="1720711"/>
                  </a:lnTo>
                  <a:lnTo>
                    <a:pt x="5523800" y="1766620"/>
                  </a:lnTo>
                  <a:lnTo>
                    <a:pt x="5514321" y="1812033"/>
                  </a:lnTo>
                  <a:lnTo>
                    <a:pt x="5503471" y="1856927"/>
                  </a:lnTo>
                  <a:lnTo>
                    <a:pt x="5491273" y="1901278"/>
                  </a:lnTo>
                  <a:lnTo>
                    <a:pt x="5477748" y="1945064"/>
                  </a:lnTo>
                  <a:lnTo>
                    <a:pt x="5462920" y="1988261"/>
                  </a:lnTo>
                  <a:lnTo>
                    <a:pt x="5446813" y="2030846"/>
                  </a:lnTo>
                  <a:lnTo>
                    <a:pt x="5429449" y="2072797"/>
                  </a:lnTo>
                  <a:lnTo>
                    <a:pt x="5410851" y="2114091"/>
                  </a:lnTo>
                  <a:lnTo>
                    <a:pt x="5391043" y="2154703"/>
                  </a:lnTo>
                  <a:lnTo>
                    <a:pt x="5370047" y="2194612"/>
                  </a:lnTo>
                  <a:lnTo>
                    <a:pt x="5347887" y="2233795"/>
                  </a:lnTo>
                  <a:lnTo>
                    <a:pt x="5324585" y="2272227"/>
                  </a:lnTo>
                  <a:lnTo>
                    <a:pt x="5300164" y="2309887"/>
                  </a:lnTo>
                  <a:lnTo>
                    <a:pt x="5274648" y="2346750"/>
                  </a:lnTo>
                  <a:lnTo>
                    <a:pt x="5248060" y="2382795"/>
                  </a:lnTo>
                  <a:lnTo>
                    <a:pt x="5220423" y="2417998"/>
                  </a:lnTo>
                  <a:lnTo>
                    <a:pt x="5191759" y="2452336"/>
                  </a:lnTo>
                  <a:lnTo>
                    <a:pt x="5162092" y="2485785"/>
                  </a:lnTo>
                  <a:lnTo>
                    <a:pt x="5131444" y="2518324"/>
                  </a:lnTo>
                  <a:lnTo>
                    <a:pt x="5099840" y="2549928"/>
                  </a:lnTo>
                  <a:lnTo>
                    <a:pt x="5067301" y="2580576"/>
                  </a:lnTo>
                  <a:lnTo>
                    <a:pt x="5033851" y="2610243"/>
                  </a:lnTo>
                  <a:lnTo>
                    <a:pt x="4999514" y="2638907"/>
                  </a:lnTo>
                  <a:lnTo>
                    <a:pt x="4964311" y="2666544"/>
                  </a:lnTo>
                  <a:lnTo>
                    <a:pt x="4928266" y="2693133"/>
                  </a:lnTo>
                  <a:lnTo>
                    <a:pt x="4891402" y="2718648"/>
                  </a:lnTo>
                  <a:lnTo>
                    <a:pt x="4853743" y="2743069"/>
                  </a:lnTo>
                  <a:lnTo>
                    <a:pt x="4815310" y="2766371"/>
                  </a:lnTo>
                  <a:lnTo>
                    <a:pt x="4776128" y="2788531"/>
                  </a:lnTo>
                  <a:lnTo>
                    <a:pt x="4736219" y="2809527"/>
                  </a:lnTo>
                  <a:lnTo>
                    <a:pt x="4695607" y="2829335"/>
                  </a:lnTo>
                  <a:lnTo>
                    <a:pt x="4654313" y="2847933"/>
                  </a:lnTo>
                  <a:lnTo>
                    <a:pt x="4612362" y="2865297"/>
                  </a:lnTo>
                  <a:lnTo>
                    <a:pt x="4569777" y="2881404"/>
                  </a:lnTo>
                  <a:lnTo>
                    <a:pt x="4526579" y="2896232"/>
                  </a:lnTo>
                  <a:lnTo>
                    <a:pt x="4482794" y="2909757"/>
                  </a:lnTo>
                  <a:lnTo>
                    <a:pt x="4438443" y="2921956"/>
                  </a:lnTo>
                  <a:lnTo>
                    <a:pt x="4393549" y="2932806"/>
                  </a:lnTo>
                  <a:lnTo>
                    <a:pt x="4348136" y="2942284"/>
                  </a:lnTo>
                  <a:lnTo>
                    <a:pt x="4302227" y="2950367"/>
                  </a:lnTo>
                  <a:lnTo>
                    <a:pt x="4255844" y="2957032"/>
                  </a:lnTo>
                  <a:lnTo>
                    <a:pt x="4209011" y="2962256"/>
                  </a:lnTo>
                  <a:lnTo>
                    <a:pt x="4161751" y="2966016"/>
                  </a:lnTo>
                  <a:lnTo>
                    <a:pt x="4114087" y="2968289"/>
                  </a:lnTo>
                  <a:lnTo>
                    <a:pt x="4066041" y="2969052"/>
                  </a:lnTo>
                  <a:close/>
                </a:path>
              </a:pathLst>
            </a:custGeom>
            <a:solidFill>
              <a:srgbClr val="D9D9D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0567" y="280268"/>
              <a:ext cx="12411073" cy="69818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7774" y="7200130"/>
              <a:ext cx="114300" cy="1142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34070" y="7054175"/>
            <a:ext cx="10734675" cy="2067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SimSun"/>
                <a:cs typeface="SimSun"/>
              </a:rPr>
              <a:t>以實現貫穿「</a:t>
            </a:r>
            <a:r>
              <a:rPr sz="2400" spc="480" dirty="0">
                <a:latin typeface="SimSun"/>
                <a:cs typeface="SimSun"/>
              </a:rPr>
              <a:t>BOUND</a:t>
            </a:r>
            <a:r>
              <a:rPr sz="2400" spc="-135" dirty="0">
                <a:latin typeface="SimSun"/>
                <a:cs typeface="SimSun"/>
              </a:rPr>
              <a:t>」，代表「迴響之線」，強調束縛與連結是標題的核心。</a:t>
            </a:r>
            <a:endParaRPr sz="2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370" dirty="0">
                <a:latin typeface="SimSun"/>
                <a:cs typeface="SimSun"/>
              </a:rPr>
              <a:t>B</a:t>
            </a:r>
            <a:r>
              <a:rPr sz="2400" spc="-95" dirty="0">
                <a:latin typeface="SimSun"/>
                <a:cs typeface="SimSun"/>
              </a:rPr>
              <a:t> 字體： 採用光精靈水滴狀的柔和輪廓，象徵旅程的希望與引導。</a:t>
            </a:r>
            <a:endParaRPr sz="24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40" dirty="0">
                <a:latin typeface="SimSun"/>
                <a:cs typeface="SimSun"/>
              </a:rPr>
              <a:t>U</a:t>
            </a:r>
            <a:r>
              <a:rPr sz="2400" spc="-25" dirty="0">
                <a:latin typeface="SimSun"/>
                <a:cs typeface="SimSun"/>
              </a:rPr>
              <a:t>,、</a:t>
            </a:r>
            <a:r>
              <a:rPr sz="2400" spc="525" dirty="0">
                <a:latin typeface="SimSun"/>
                <a:cs typeface="SimSun"/>
              </a:rPr>
              <a:t>N</a:t>
            </a:r>
            <a:r>
              <a:rPr sz="2400" spc="-90" dirty="0">
                <a:latin typeface="SimSun"/>
                <a:cs typeface="SimSun"/>
              </a:rPr>
              <a:t> 等字體： 融入影精靈鋸齒狀的尖銳特徵，象徵旅途中潛在的威脅與警惕。</a:t>
            </a:r>
            <a:endParaRPr sz="2400">
              <a:latin typeface="SimSun"/>
              <a:cs typeface="SimSu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8038330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7774" y="8876530"/>
            <a:ext cx="114300" cy="1142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16000" y="3800266"/>
            <a:ext cx="3433445" cy="1731010"/>
          </a:xfrm>
          <a:prstGeom prst="rect">
            <a:avLst/>
          </a:prstGeom>
        </p:spPr>
        <p:txBody>
          <a:bodyPr vert="horz" wrap="square" lIns="0" tIns="290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0"/>
              </a:spcBef>
            </a:pPr>
            <a:r>
              <a:rPr sz="5800" spc="-509" dirty="0"/>
              <a:t>標準字設計</a:t>
            </a:r>
            <a:endParaRPr sz="5800"/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700" spc="470" dirty="0">
                <a:latin typeface="Arial"/>
                <a:cs typeface="Arial"/>
              </a:rPr>
              <a:t>TYPOGRAPHY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674" y="1264445"/>
            <a:ext cx="4343893" cy="75528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320488" y="1327870"/>
            <a:ext cx="10967720" cy="7632700"/>
          </a:xfrm>
          <a:custGeom>
            <a:avLst/>
            <a:gdLst/>
            <a:ahLst/>
            <a:cxnLst/>
            <a:rect l="l" t="t" r="r" b="b"/>
            <a:pathLst>
              <a:path w="10967719" h="7632700">
                <a:moveTo>
                  <a:pt x="10967511" y="7632699"/>
                </a:moveTo>
                <a:lnTo>
                  <a:pt x="3530043" y="7632699"/>
                </a:lnTo>
                <a:lnTo>
                  <a:pt x="3482747" y="7619999"/>
                </a:lnTo>
                <a:lnTo>
                  <a:pt x="3388650" y="7619999"/>
                </a:lnTo>
                <a:lnTo>
                  <a:pt x="3341856" y="7607299"/>
                </a:lnTo>
                <a:lnTo>
                  <a:pt x="3295237" y="7607299"/>
                </a:lnTo>
                <a:lnTo>
                  <a:pt x="3248796" y="7594599"/>
                </a:lnTo>
                <a:lnTo>
                  <a:pt x="3202537" y="7594599"/>
                </a:lnTo>
                <a:lnTo>
                  <a:pt x="3110576" y="7569199"/>
                </a:lnTo>
                <a:lnTo>
                  <a:pt x="3064882" y="7569199"/>
                </a:lnTo>
                <a:lnTo>
                  <a:pt x="2884095" y="7518399"/>
                </a:lnTo>
                <a:lnTo>
                  <a:pt x="2839413" y="7518399"/>
                </a:lnTo>
                <a:lnTo>
                  <a:pt x="2662851" y="7467599"/>
                </a:lnTo>
                <a:lnTo>
                  <a:pt x="2619269" y="7442199"/>
                </a:lnTo>
                <a:lnTo>
                  <a:pt x="2447280" y="7391399"/>
                </a:lnTo>
                <a:lnTo>
                  <a:pt x="2404886" y="7365999"/>
                </a:lnTo>
                <a:lnTo>
                  <a:pt x="2320843" y="7340599"/>
                </a:lnTo>
                <a:lnTo>
                  <a:pt x="2279203" y="7315199"/>
                </a:lnTo>
                <a:lnTo>
                  <a:pt x="2237821" y="7302499"/>
                </a:lnTo>
                <a:lnTo>
                  <a:pt x="2196700" y="7277099"/>
                </a:lnTo>
                <a:lnTo>
                  <a:pt x="2155846" y="7264399"/>
                </a:lnTo>
                <a:lnTo>
                  <a:pt x="2074946" y="7213599"/>
                </a:lnTo>
                <a:lnTo>
                  <a:pt x="2034909" y="7200899"/>
                </a:lnTo>
                <a:lnTo>
                  <a:pt x="1955675" y="7150099"/>
                </a:lnTo>
                <a:lnTo>
                  <a:pt x="1916486" y="7137399"/>
                </a:lnTo>
                <a:lnTo>
                  <a:pt x="1800673" y="7061199"/>
                </a:lnTo>
                <a:lnTo>
                  <a:pt x="1687562" y="6984999"/>
                </a:lnTo>
                <a:lnTo>
                  <a:pt x="1577249" y="6908799"/>
                </a:lnTo>
                <a:lnTo>
                  <a:pt x="1469829" y="6832599"/>
                </a:lnTo>
                <a:lnTo>
                  <a:pt x="1399868" y="6781799"/>
                </a:lnTo>
                <a:lnTo>
                  <a:pt x="1365394" y="6743699"/>
                </a:lnTo>
                <a:lnTo>
                  <a:pt x="1297477" y="6692899"/>
                </a:lnTo>
                <a:lnTo>
                  <a:pt x="1264041" y="6654799"/>
                </a:lnTo>
                <a:lnTo>
                  <a:pt x="1198230" y="6603999"/>
                </a:lnTo>
                <a:lnTo>
                  <a:pt x="1165862" y="6565899"/>
                </a:lnTo>
                <a:lnTo>
                  <a:pt x="1133858" y="6540499"/>
                </a:lnTo>
                <a:lnTo>
                  <a:pt x="1102221" y="6502399"/>
                </a:lnTo>
                <a:lnTo>
                  <a:pt x="1070954" y="6476999"/>
                </a:lnTo>
                <a:lnTo>
                  <a:pt x="1040060" y="6438899"/>
                </a:lnTo>
                <a:lnTo>
                  <a:pt x="1009544" y="6413499"/>
                </a:lnTo>
                <a:lnTo>
                  <a:pt x="979409" y="6375399"/>
                </a:lnTo>
                <a:lnTo>
                  <a:pt x="949658" y="6337299"/>
                </a:lnTo>
                <a:lnTo>
                  <a:pt x="920294" y="6311899"/>
                </a:lnTo>
                <a:lnTo>
                  <a:pt x="891322" y="6273799"/>
                </a:lnTo>
                <a:lnTo>
                  <a:pt x="862745" y="6235699"/>
                </a:lnTo>
                <a:lnTo>
                  <a:pt x="834566" y="6210299"/>
                </a:lnTo>
                <a:lnTo>
                  <a:pt x="806788" y="6172199"/>
                </a:lnTo>
                <a:lnTo>
                  <a:pt x="779416" y="6134099"/>
                </a:lnTo>
                <a:lnTo>
                  <a:pt x="752453" y="6095999"/>
                </a:lnTo>
                <a:lnTo>
                  <a:pt x="725902" y="6057899"/>
                </a:lnTo>
                <a:lnTo>
                  <a:pt x="699766" y="6019799"/>
                </a:lnTo>
                <a:lnTo>
                  <a:pt x="674050" y="5994399"/>
                </a:lnTo>
                <a:lnTo>
                  <a:pt x="648757" y="5956299"/>
                </a:lnTo>
                <a:lnTo>
                  <a:pt x="623889" y="5918199"/>
                </a:lnTo>
                <a:lnTo>
                  <a:pt x="599452" y="5880099"/>
                </a:lnTo>
                <a:lnTo>
                  <a:pt x="575447" y="5841999"/>
                </a:lnTo>
                <a:lnTo>
                  <a:pt x="551880" y="5803899"/>
                </a:lnTo>
                <a:lnTo>
                  <a:pt x="528752" y="5765799"/>
                </a:lnTo>
                <a:lnTo>
                  <a:pt x="506068" y="5727699"/>
                </a:lnTo>
                <a:lnTo>
                  <a:pt x="483832" y="5689599"/>
                </a:lnTo>
                <a:lnTo>
                  <a:pt x="462046" y="5638799"/>
                </a:lnTo>
                <a:lnTo>
                  <a:pt x="440714" y="5600699"/>
                </a:lnTo>
                <a:lnTo>
                  <a:pt x="419840" y="5562599"/>
                </a:lnTo>
                <a:lnTo>
                  <a:pt x="399427" y="5524499"/>
                </a:lnTo>
                <a:lnTo>
                  <a:pt x="379479" y="5486399"/>
                </a:lnTo>
                <a:lnTo>
                  <a:pt x="359999" y="5448299"/>
                </a:lnTo>
                <a:lnTo>
                  <a:pt x="340990" y="5397499"/>
                </a:lnTo>
                <a:lnTo>
                  <a:pt x="322457" y="5359399"/>
                </a:lnTo>
                <a:lnTo>
                  <a:pt x="304402" y="5321299"/>
                </a:lnTo>
                <a:lnTo>
                  <a:pt x="286830" y="5270499"/>
                </a:lnTo>
                <a:lnTo>
                  <a:pt x="269743" y="5232399"/>
                </a:lnTo>
                <a:lnTo>
                  <a:pt x="253145" y="5194299"/>
                </a:lnTo>
                <a:lnTo>
                  <a:pt x="237040" y="5143499"/>
                </a:lnTo>
                <a:lnTo>
                  <a:pt x="221431" y="5105399"/>
                </a:lnTo>
                <a:lnTo>
                  <a:pt x="206322" y="5067299"/>
                </a:lnTo>
                <a:lnTo>
                  <a:pt x="191715" y="5016499"/>
                </a:lnTo>
                <a:lnTo>
                  <a:pt x="177616" y="4978399"/>
                </a:lnTo>
                <a:lnTo>
                  <a:pt x="164026" y="4927599"/>
                </a:lnTo>
                <a:lnTo>
                  <a:pt x="150950" y="4889499"/>
                </a:lnTo>
                <a:lnTo>
                  <a:pt x="138392" y="4838699"/>
                </a:lnTo>
                <a:lnTo>
                  <a:pt x="126353" y="4800599"/>
                </a:lnTo>
                <a:lnTo>
                  <a:pt x="114839" y="4749799"/>
                </a:lnTo>
                <a:lnTo>
                  <a:pt x="103853" y="4711699"/>
                </a:lnTo>
                <a:lnTo>
                  <a:pt x="93397" y="4660899"/>
                </a:lnTo>
                <a:lnTo>
                  <a:pt x="83476" y="4622799"/>
                </a:lnTo>
                <a:lnTo>
                  <a:pt x="74094" y="4571999"/>
                </a:lnTo>
                <a:lnTo>
                  <a:pt x="65252" y="4533899"/>
                </a:lnTo>
                <a:lnTo>
                  <a:pt x="56956" y="4483099"/>
                </a:lnTo>
                <a:lnTo>
                  <a:pt x="49209" y="4432299"/>
                </a:lnTo>
                <a:lnTo>
                  <a:pt x="42013" y="4394199"/>
                </a:lnTo>
                <a:lnTo>
                  <a:pt x="35373" y="4343399"/>
                </a:lnTo>
                <a:lnTo>
                  <a:pt x="29292" y="4292599"/>
                </a:lnTo>
                <a:lnTo>
                  <a:pt x="23774" y="4254499"/>
                </a:lnTo>
                <a:lnTo>
                  <a:pt x="18821" y="4203699"/>
                </a:lnTo>
                <a:lnTo>
                  <a:pt x="14438" y="4152899"/>
                </a:lnTo>
                <a:lnTo>
                  <a:pt x="10629" y="4114799"/>
                </a:lnTo>
                <a:lnTo>
                  <a:pt x="7395" y="4063999"/>
                </a:lnTo>
                <a:lnTo>
                  <a:pt x="4742" y="4013199"/>
                </a:lnTo>
                <a:lnTo>
                  <a:pt x="2673" y="3962399"/>
                </a:lnTo>
                <a:lnTo>
                  <a:pt x="1190" y="3924299"/>
                </a:lnTo>
                <a:lnTo>
                  <a:pt x="298" y="3873499"/>
                </a:lnTo>
                <a:lnTo>
                  <a:pt x="0" y="3822699"/>
                </a:lnTo>
                <a:lnTo>
                  <a:pt x="298" y="3771899"/>
                </a:lnTo>
                <a:lnTo>
                  <a:pt x="1190" y="3721099"/>
                </a:lnTo>
                <a:lnTo>
                  <a:pt x="2673" y="3682999"/>
                </a:lnTo>
                <a:lnTo>
                  <a:pt x="4742" y="3632199"/>
                </a:lnTo>
                <a:lnTo>
                  <a:pt x="7395" y="3581399"/>
                </a:lnTo>
                <a:lnTo>
                  <a:pt x="10629" y="3530599"/>
                </a:lnTo>
                <a:lnTo>
                  <a:pt x="14438" y="3492499"/>
                </a:lnTo>
                <a:lnTo>
                  <a:pt x="18821" y="3441699"/>
                </a:lnTo>
                <a:lnTo>
                  <a:pt x="23774" y="3390899"/>
                </a:lnTo>
                <a:lnTo>
                  <a:pt x="29292" y="3352799"/>
                </a:lnTo>
                <a:lnTo>
                  <a:pt x="35373" y="3301999"/>
                </a:lnTo>
                <a:lnTo>
                  <a:pt x="42013" y="3251199"/>
                </a:lnTo>
                <a:lnTo>
                  <a:pt x="49209" y="3213099"/>
                </a:lnTo>
                <a:lnTo>
                  <a:pt x="56956" y="3162299"/>
                </a:lnTo>
                <a:lnTo>
                  <a:pt x="65252" y="3111499"/>
                </a:lnTo>
                <a:lnTo>
                  <a:pt x="74094" y="3073399"/>
                </a:lnTo>
                <a:lnTo>
                  <a:pt x="83476" y="3022599"/>
                </a:lnTo>
                <a:lnTo>
                  <a:pt x="93397" y="2984499"/>
                </a:lnTo>
                <a:lnTo>
                  <a:pt x="103853" y="2933699"/>
                </a:lnTo>
                <a:lnTo>
                  <a:pt x="114839" y="2882899"/>
                </a:lnTo>
                <a:lnTo>
                  <a:pt x="126353" y="2844799"/>
                </a:lnTo>
                <a:lnTo>
                  <a:pt x="138392" y="2793999"/>
                </a:lnTo>
                <a:lnTo>
                  <a:pt x="150950" y="2755899"/>
                </a:lnTo>
                <a:lnTo>
                  <a:pt x="164026" y="2717799"/>
                </a:lnTo>
                <a:lnTo>
                  <a:pt x="177616" y="2666999"/>
                </a:lnTo>
                <a:lnTo>
                  <a:pt x="191715" y="2628899"/>
                </a:lnTo>
                <a:lnTo>
                  <a:pt x="206322" y="2578099"/>
                </a:lnTo>
                <a:lnTo>
                  <a:pt x="221431" y="2539999"/>
                </a:lnTo>
                <a:lnTo>
                  <a:pt x="237040" y="2489199"/>
                </a:lnTo>
                <a:lnTo>
                  <a:pt x="253145" y="2451099"/>
                </a:lnTo>
                <a:lnTo>
                  <a:pt x="269743" y="2412999"/>
                </a:lnTo>
                <a:lnTo>
                  <a:pt x="286830" y="2362199"/>
                </a:lnTo>
                <a:lnTo>
                  <a:pt x="304402" y="2324099"/>
                </a:lnTo>
                <a:lnTo>
                  <a:pt x="322457" y="2285999"/>
                </a:lnTo>
                <a:lnTo>
                  <a:pt x="340990" y="2247899"/>
                </a:lnTo>
                <a:lnTo>
                  <a:pt x="359999" y="2197099"/>
                </a:lnTo>
                <a:lnTo>
                  <a:pt x="379479" y="2158999"/>
                </a:lnTo>
                <a:lnTo>
                  <a:pt x="399427" y="2120899"/>
                </a:lnTo>
                <a:lnTo>
                  <a:pt x="419840" y="2082799"/>
                </a:lnTo>
                <a:lnTo>
                  <a:pt x="440714" y="2044699"/>
                </a:lnTo>
                <a:lnTo>
                  <a:pt x="462046" y="1993899"/>
                </a:lnTo>
                <a:lnTo>
                  <a:pt x="483832" y="1955799"/>
                </a:lnTo>
                <a:lnTo>
                  <a:pt x="506068" y="1917699"/>
                </a:lnTo>
                <a:lnTo>
                  <a:pt x="528752" y="1879599"/>
                </a:lnTo>
                <a:lnTo>
                  <a:pt x="551880" y="1841499"/>
                </a:lnTo>
                <a:lnTo>
                  <a:pt x="575447" y="1803399"/>
                </a:lnTo>
                <a:lnTo>
                  <a:pt x="599452" y="1765299"/>
                </a:lnTo>
                <a:lnTo>
                  <a:pt x="623889" y="1727199"/>
                </a:lnTo>
                <a:lnTo>
                  <a:pt x="648757" y="1689099"/>
                </a:lnTo>
                <a:lnTo>
                  <a:pt x="674050" y="1650999"/>
                </a:lnTo>
                <a:lnTo>
                  <a:pt x="699766" y="1612899"/>
                </a:lnTo>
                <a:lnTo>
                  <a:pt x="725902" y="1587499"/>
                </a:lnTo>
                <a:lnTo>
                  <a:pt x="752453" y="1549399"/>
                </a:lnTo>
                <a:lnTo>
                  <a:pt x="779416" y="1511299"/>
                </a:lnTo>
                <a:lnTo>
                  <a:pt x="806788" y="1473199"/>
                </a:lnTo>
                <a:lnTo>
                  <a:pt x="834566" y="1435099"/>
                </a:lnTo>
                <a:lnTo>
                  <a:pt x="862745" y="1409699"/>
                </a:lnTo>
                <a:lnTo>
                  <a:pt x="891322" y="1371599"/>
                </a:lnTo>
                <a:lnTo>
                  <a:pt x="920294" y="1333499"/>
                </a:lnTo>
                <a:lnTo>
                  <a:pt x="949658" y="1308099"/>
                </a:lnTo>
                <a:lnTo>
                  <a:pt x="979409" y="1269999"/>
                </a:lnTo>
                <a:lnTo>
                  <a:pt x="1009544" y="1231899"/>
                </a:lnTo>
                <a:lnTo>
                  <a:pt x="1040060" y="1206499"/>
                </a:lnTo>
                <a:lnTo>
                  <a:pt x="1070954" y="1168399"/>
                </a:lnTo>
                <a:lnTo>
                  <a:pt x="1102221" y="1142999"/>
                </a:lnTo>
                <a:lnTo>
                  <a:pt x="1133858" y="1104899"/>
                </a:lnTo>
                <a:lnTo>
                  <a:pt x="1165862" y="1079499"/>
                </a:lnTo>
                <a:lnTo>
                  <a:pt x="1198230" y="1041399"/>
                </a:lnTo>
                <a:lnTo>
                  <a:pt x="1264041" y="990599"/>
                </a:lnTo>
                <a:lnTo>
                  <a:pt x="1297477" y="952499"/>
                </a:lnTo>
                <a:lnTo>
                  <a:pt x="1365394" y="901699"/>
                </a:lnTo>
                <a:lnTo>
                  <a:pt x="1399868" y="863599"/>
                </a:lnTo>
                <a:lnTo>
                  <a:pt x="1469829" y="812799"/>
                </a:lnTo>
                <a:lnTo>
                  <a:pt x="1577249" y="736599"/>
                </a:lnTo>
                <a:lnTo>
                  <a:pt x="1613704" y="698499"/>
                </a:lnTo>
                <a:lnTo>
                  <a:pt x="1687562" y="647699"/>
                </a:lnTo>
                <a:lnTo>
                  <a:pt x="1724959" y="634999"/>
                </a:lnTo>
                <a:lnTo>
                  <a:pt x="1838981" y="558799"/>
                </a:lnTo>
                <a:lnTo>
                  <a:pt x="1955675" y="482599"/>
                </a:lnTo>
                <a:lnTo>
                  <a:pt x="1995150" y="469899"/>
                </a:lnTo>
                <a:lnTo>
                  <a:pt x="2074946" y="419099"/>
                </a:lnTo>
                <a:lnTo>
                  <a:pt x="2115260" y="406399"/>
                </a:lnTo>
                <a:lnTo>
                  <a:pt x="2155846" y="380999"/>
                </a:lnTo>
                <a:lnTo>
                  <a:pt x="2196700" y="368299"/>
                </a:lnTo>
                <a:lnTo>
                  <a:pt x="2237821" y="342899"/>
                </a:lnTo>
                <a:lnTo>
                  <a:pt x="2279203" y="330199"/>
                </a:lnTo>
                <a:lnTo>
                  <a:pt x="2320843" y="304799"/>
                </a:lnTo>
                <a:lnTo>
                  <a:pt x="2404886" y="279399"/>
                </a:lnTo>
                <a:lnTo>
                  <a:pt x="2447280" y="253999"/>
                </a:lnTo>
                <a:lnTo>
                  <a:pt x="2575917" y="215899"/>
                </a:lnTo>
                <a:lnTo>
                  <a:pt x="2619269" y="190499"/>
                </a:lnTo>
                <a:lnTo>
                  <a:pt x="2884095" y="114299"/>
                </a:lnTo>
                <a:lnTo>
                  <a:pt x="2928986" y="114299"/>
                </a:lnTo>
                <a:lnTo>
                  <a:pt x="3064882" y="76199"/>
                </a:lnTo>
                <a:lnTo>
                  <a:pt x="3110576" y="76199"/>
                </a:lnTo>
                <a:lnTo>
                  <a:pt x="3202537" y="50799"/>
                </a:lnTo>
                <a:lnTo>
                  <a:pt x="3248796" y="50799"/>
                </a:lnTo>
                <a:lnTo>
                  <a:pt x="3295237" y="38099"/>
                </a:lnTo>
                <a:lnTo>
                  <a:pt x="3341856" y="38099"/>
                </a:lnTo>
                <a:lnTo>
                  <a:pt x="3388650" y="25399"/>
                </a:lnTo>
                <a:lnTo>
                  <a:pt x="3482747" y="25399"/>
                </a:lnTo>
                <a:lnTo>
                  <a:pt x="3530043" y="12699"/>
                </a:lnTo>
                <a:lnTo>
                  <a:pt x="3672881" y="12699"/>
                </a:lnTo>
                <a:lnTo>
                  <a:pt x="3720798" y="0"/>
                </a:lnTo>
                <a:lnTo>
                  <a:pt x="10967511" y="0"/>
                </a:lnTo>
                <a:lnTo>
                  <a:pt x="10967511" y="7632699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44221" y="5843001"/>
            <a:ext cx="1395095" cy="15360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100" b="1" spc="-55" dirty="0">
                <a:latin typeface="Malgun Gothic"/>
                <a:cs typeface="Malgun Gothic"/>
              </a:rPr>
              <a:t>遊戲類型</a:t>
            </a:r>
            <a:endParaRPr sz="2100">
              <a:latin typeface="Malgun Gothic"/>
              <a:cs typeface="Malgun Gothic"/>
            </a:endParaRPr>
          </a:p>
          <a:p>
            <a:pPr marL="356235" indent="-343535">
              <a:lnSpc>
                <a:spcPct val="100000"/>
              </a:lnSpc>
              <a:spcBef>
                <a:spcPts val="455"/>
              </a:spcBef>
              <a:buChar char="◆"/>
              <a:tabLst>
                <a:tab pos="356235" algn="l"/>
              </a:tabLst>
            </a:pPr>
            <a:r>
              <a:rPr sz="2100" b="1" spc="-55" dirty="0">
                <a:latin typeface="Malgun Gothic"/>
                <a:cs typeface="Malgun Gothic"/>
              </a:rPr>
              <a:t>雙</a:t>
            </a:r>
            <a:r>
              <a:rPr sz="2100" b="1" spc="-55" dirty="0">
                <a:latin typeface="Microsoft JhengHei"/>
                <a:cs typeface="Microsoft JhengHei"/>
              </a:rPr>
              <a:t>⼈</a:t>
            </a:r>
            <a:r>
              <a:rPr sz="2100" b="1" spc="-100" dirty="0">
                <a:latin typeface="Malgun Gothic"/>
                <a:cs typeface="Malgun Gothic"/>
              </a:rPr>
              <a:t>合作</a:t>
            </a:r>
            <a:endParaRPr sz="2100">
              <a:latin typeface="Malgun Gothic"/>
              <a:cs typeface="Malgun Gothic"/>
            </a:endParaRPr>
          </a:p>
          <a:p>
            <a:pPr marL="356235" indent="-343535">
              <a:lnSpc>
                <a:spcPct val="100000"/>
              </a:lnSpc>
              <a:spcBef>
                <a:spcPts val="455"/>
              </a:spcBef>
              <a:buChar char="◆"/>
              <a:tabLst>
                <a:tab pos="356235" algn="l"/>
              </a:tabLst>
            </a:pPr>
            <a:r>
              <a:rPr sz="2100" b="1" spc="-55" dirty="0">
                <a:latin typeface="Malgun Gothic"/>
                <a:cs typeface="Malgun Gothic"/>
              </a:rPr>
              <a:t>無盡酷</a:t>
            </a:r>
            <a:r>
              <a:rPr sz="2100" b="1" spc="-140" dirty="0">
                <a:latin typeface="Microsoft JhengHei"/>
                <a:cs typeface="Microsoft JhengHei"/>
              </a:rPr>
              <a:t>跑</a:t>
            </a:r>
            <a:endParaRPr sz="2100">
              <a:latin typeface="Microsoft JhengHei"/>
              <a:cs typeface="Microsoft JhengHei"/>
            </a:endParaRPr>
          </a:p>
          <a:p>
            <a:pPr marL="356235" indent="-343535">
              <a:lnSpc>
                <a:spcPct val="100000"/>
              </a:lnSpc>
              <a:spcBef>
                <a:spcPts val="450"/>
              </a:spcBef>
              <a:buChar char="◆"/>
              <a:tabLst>
                <a:tab pos="356235" algn="l"/>
              </a:tabLst>
            </a:pPr>
            <a:r>
              <a:rPr sz="2100" b="1" spc="-55" dirty="0">
                <a:latin typeface="Malgun Gothic"/>
                <a:cs typeface="Malgun Gothic"/>
              </a:rPr>
              <a:t>冒險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04233" y="5843001"/>
            <a:ext cx="3959225" cy="11582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100" b="1" spc="-55" dirty="0">
                <a:latin typeface="Malgun Gothic"/>
                <a:cs typeface="Malgun Gothic"/>
              </a:rPr>
              <a:t>適</a:t>
            </a:r>
            <a:r>
              <a:rPr sz="2100" b="1" spc="-55" dirty="0">
                <a:latin typeface="Microsoft JhengHei"/>
                <a:cs typeface="Microsoft JhengHei"/>
              </a:rPr>
              <a:t>⽤</a:t>
            </a:r>
            <a:r>
              <a:rPr sz="2100" b="1" spc="-55" dirty="0">
                <a:latin typeface="Malgun Gothic"/>
                <a:cs typeface="Malgun Gothic"/>
              </a:rPr>
              <a:t>平台</a:t>
            </a:r>
            <a:endParaRPr sz="2100">
              <a:latin typeface="Malgun Gothic"/>
              <a:cs typeface="Malgun Gothic"/>
            </a:endParaRPr>
          </a:p>
          <a:p>
            <a:pPr marL="356235" indent="-343535">
              <a:lnSpc>
                <a:spcPct val="100000"/>
              </a:lnSpc>
              <a:spcBef>
                <a:spcPts val="455"/>
              </a:spcBef>
              <a:buFont typeface="Malgun Gothic"/>
              <a:buChar char="◆"/>
              <a:tabLst>
                <a:tab pos="356235" algn="l"/>
              </a:tabLst>
            </a:pPr>
            <a:r>
              <a:rPr sz="2100" b="1" spc="-55" dirty="0">
                <a:latin typeface="Microsoft JhengHei"/>
                <a:cs typeface="Microsoft JhengHei"/>
              </a:rPr>
              <a:t>桌</a:t>
            </a:r>
            <a:r>
              <a:rPr sz="2100" b="1" spc="-40" dirty="0">
                <a:latin typeface="Malgun Gothic"/>
                <a:cs typeface="Malgun Gothic"/>
              </a:rPr>
              <a:t>機平台： </a:t>
            </a:r>
            <a:r>
              <a:rPr sz="1850" b="1" spc="65" dirty="0">
                <a:latin typeface="Tahoma"/>
                <a:cs typeface="Tahoma"/>
              </a:rPr>
              <a:t>Windows</a:t>
            </a:r>
            <a:r>
              <a:rPr sz="1850" b="1" spc="140" dirty="0">
                <a:latin typeface="Tahoma"/>
                <a:cs typeface="Tahoma"/>
              </a:rPr>
              <a:t>, </a:t>
            </a:r>
            <a:r>
              <a:rPr sz="1850" b="1" spc="-30" dirty="0">
                <a:latin typeface="Tahoma"/>
                <a:cs typeface="Tahoma"/>
              </a:rPr>
              <a:t>mac</a:t>
            </a:r>
            <a:r>
              <a:rPr sz="1850" b="1" spc="-355" dirty="0">
                <a:latin typeface="Tahoma"/>
                <a:cs typeface="Tahoma"/>
              </a:rPr>
              <a:t> </a:t>
            </a:r>
            <a:r>
              <a:rPr sz="1850" b="1" spc="30" dirty="0">
                <a:latin typeface="Tahoma"/>
                <a:cs typeface="Tahoma"/>
              </a:rPr>
              <a:t>OS</a:t>
            </a:r>
            <a:endParaRPr sz="1850">
              <a:latin typeface="Tahoma"/>
              <a:cs typeface="Tahoma"/>
            </a:endParaRPr>
          </a:p>
          <a:p>
            <a:pPr marL="356235" indent="-343535">
              <a:lnSpc>
                <a:spcPct val="100000"/>
              </a:lnSpc>
              <a:spcBef>
                <a:spcPts val="455"/>
              </a:spcBef>
              <a:buFont typeface="Malgun Gothic"/>
              <a:buChar char="◆"/>
              <a:tabLst>
                <a:tab pos="356235" algn="l"/>
              </a:tabLst>
            </a:pPr>
            <a:r>
              <a:rPr sz="2100" b="1" spc="-55" dirty="0">
                <a:latin typeface="Microsoft JhengHei"/>
                <a:cs typeface="Microsoft JhengHei"/>
              </a:rPr>
              <a:t>⾏</a:t>
            </a:r>
            <a:r>
              <a:rPr sz="2100" b="1" spc="-40" dirty="0">
                <a:latin typeface="Malgun Gothic"/>
                <a:cs typeface="Malgun Gothic"/>
              </a:rPr>
              <a:t>動裝置： </a:t>
            </a:r>
            <a:r>
              <a:rPr sz="1850" b="1" spc="-90" dirty="0">
                <a:latin typeface="Tahoma"/>
                <a:cs typeface="Tahoma"/>
              </a:rPr>
              <a:t>i</a:t>
            </a:r>
            <a:r>
              <a:rPr sz="1850" b="1" spc="-355" dirty="0">
                <a:latin typeface="Tahoma"/>
                <a:cs typeface="Tahoma"/>
              </a:rPr>
              <a:t> </a:t>
            </a:r>
            <a:r>
              <a:rPr sz="1850" b="1" spc="50" dirty="0">
                <a:latin typeface="Tahoma"/>
                <a:cs typeface="Tahoma"/>
              </a:rPr>
              <a:t>OS</a:t>
            </a:r>
            <a:r>
              <a:rPr sz="1850" b="1" spc="120" dirty="0">
                <a:latin typeface="Tahoma"/>
                <a:cs typeface="Tahoma"/>
              </a:rPr>
              <a:t>, </a:t>
            </a:r>
            <a:r>
              <a:rPr sz="1850" b="1" spc="65" dirty="0">
                <a:latin typeface="Tahoma"/>
                <a:cs typeface="Tahoma"/>
              </a:rPr>
              <a:t>Android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15"/>
              </a:spcBef>
            </a:pPr>
            <a:r>
              <a:rPr spc="-950" dirty="0"/>
              <a:t>遊戲流程</a:t>
            </a: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5000" spc="844" dirty="0">
                <a:latin typeface="Arial"/>
                <a:cs typeface="Arial"/>
              </a:rPr>
              <a:t>GAMEPLAY</a:t>
            </a:r>
            <a:endParaRPr sz="5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7991" y="3446471"/>
            <a:ext cx="3352800" cy="541782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2200" b="1" spc="-20" dirty="0">
                <a:latin typeface="Yu Gothic UI"/>
                <a:cs typeface="Yu Gothic UI"/>
              </a:rPr>
              <a:t>遊戲機制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  <a:spcBef>
                <a:spcPts val="3859"/>
              </a:spcBef>
            </a:pPr>
            <a:r>
              <a:rPr sz="2200" b="1" spc="-30" dirty="0">
                <a:latin typeface="Yu Gothic UI"/>
                <a:cs typeface="Yu Gothic UI"/>
              </a:rPr>
              <a:t>繫線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</a:pPr>
            <a:r>
              <a:rPr sz="2200" b="1" spc="-20" dirty="0">
                <a:latin typeface="Yu Gothic UI"/>
                <a:cs typeface="Yu Gothic UI"/>
              </a:rPr>
              <a:t>無盡跑酷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</a:pPr>
            <a:r>
              <a:rPr sz="2200" b="1" spc="-35" dirty="0">
                <a:latin typeface="Yu Gothic UI"/>
                <a:cs typeface="Yu Gothic UI"/>
              </a:rPr>
              <a:t>陷阱/障礙物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ct val="100000"/>
              </a:lnSpc>
              <a:spcBef>
                <a:spcPts val="3820"/>
              </a:spcBef>
            </a:pPr>
            <a:r>
              <a:rPr sz="2200" b="1" spc="-10" dirty="0">
                <a:latin typeface="Yu Gothic UI"/>
                <a:cs typeface="Yu Gothic UI"/>
              </a:rPr>
              <a:t>命數（</a:t>
            </a:r>
            <a:r>
              <a:rPr sz="2200" b="1" spc="-40" dirty="0">
                <a:latin typeface="Yu Gothic UI"/>
                <a:cs typeface="Yu Gothic UI"/>
              </a:rPr>
              <a:t>撞擊 </a:t>
            </a:r>
            <a:r>
              <a:rPr sz="2200" b="1" spc="60" dirty="0">
                <a:latin typeface="Yu Gothic UI"/>
                <a:cs typeface="Yu Gothic UI"/>
              </a:rPr>
              <a:t>3</a:t>
            </a:r>
            <a:r>
              <a:rPr sz="2200" b="1" spc="-55" dirty="0">
                <a:latin typeface="Yu Gothic UI"/>
                <a:cs typeface="Yu Gothic UI"/>
              </a:rPr>
              <a:t> 次</a:t>
            </a:r>
            <a:r>
              <a:rPr sz="2200" b="1" spc="-50" dirty="0">
                <a:latin typeface="Yu Gothic UI"/>
                <a:cs typeface="Yu Gothic UI"/>
              </a:rPr>
              <a:t>）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ts val="6500"/>
              </a:lnSpc>
              <a:spcBef>
                <a:spcPts val="55"/>
              </a:spcBef>
            </a:pPr>
            <a:r>
              <a:rPr sz="2200" b="1" spc="-10" dirty="0">
                <a:latin typeface="Yu Gothic UI"/>
                <a:cs typeface="Yu Gothic UI"/>
              </a:rPr>
              <a:t>掉入洞中（即結束此回合</a:t>
            </a:r>
            <a:r>
              <a:rPr sz="2200" b="1" spc="-50" dirty="0">
                <a:latin typeface="Yu Gothic UI"/>
                <a:cs typeface="Yu Gothic UI"/>
              </a:rPr>
              <a:t>）</a:t>
            </a:r>
            <a:r>
              <a:rPr sz="2200" b="1" spc="295" dirty="0">
                <a:latin typeface="Yu Gothic UI"/>
                <a:cs typeface="Yu Gothic UI"/>
              </a:rPr>
              <a:t>沿途的「迴音」</a:t>
            </a:r>
            <a:endParaRPr sz="2200">
              <a:latin typeface="Yu Gothic UI"/>
              <a:cs typeface="Yu Gothic U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62800" y="3446471"/>
            <a:ext cx="7048500" cy="53536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0"/>
              </a:spcBef>
            </a:pPr>
            <a:r>
              <a:rPr sz="2200" b="1" spc="-35" dirty="0">
                <a:latin typeface="Yu Gothic UI"/>
                <a:cs typeface="Yu Gothic UI"/>
              </a:rPr>
              <a:t>故事/背景意義</a:t>
            </a:r>
            <a:endParaRPr sz="2200">
              <a:latin typeface="Yu Gothic UI"/>
              <a:cs typeface="Yu Gothic UI"/>
            </a:endParaRPr>
          </a:p>
          <a:p>
            <a:pPr>
              <a:lnSpc>
                <a:spcPts val="7059"/>
              </a:lnSpc>
              <a:spcBef>
                <a:spcPts val="110"/>
              </a:spcBef>
            </a:pPr>
            <a:r>
              <a:rPr sz="1500" spc="-5" dirty="0">
                <a:latin typeface="SimSun"/>
                <a:cs typeface="SimSun"/>
              </a:rPr>
              <a:t>是「光心」最後的能量，也是彼此生命的延伸，它既是束縛，也是力量傳輸的媒介。象徵「光流」必須持續流動以維持世界的動力，停止即代表死亡。</a:t>
            </a:r>
            <a:endParaRPr sz="1500">
              <a:latin typeface="SimSun"/>
              <a:cs typeface="SimSun"/>
            </a:endParaRPr>
          </a:p>
          <a:p>
            <a:pPr marR="1421765">
              <a:lnSpc>
                <a:spcPts val="6530"/>
              </a:lnSpc>
              <a:spcBef>
                <a:spcPts val="425"/>
              </a:spcBef>
            </a:pPr>
            <a:r>
              <a:rPr sz="1500" spc="-40" dirty="0">
                <a:latin typeface="SimSun"/>
                <a:cs typeface="SimSun"/>
              </a:rPr>
              <a:t>都是「虛無之黯」的實體化，試圖切斷「迴響之線」，讓光流停止。</a:t>
            </a:r>
            <a:r>
              <a:rPr sz="1500" spc="-5" dirty="0">
                <a:latin typeface="SimSun"/>
                <a:cs typeface="SimSun"/>
              </a:rPr>
              <a:t>代表「光心」能為角色進行共鳴修復的次數。</a:t>
            </a:r>
            <a:endParaRPr sz="15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5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r>
              <a:rPr sz="1500" spc="-5" dirty="0">
                <a:latin typeface="SimSun"/>
                <a:cs typeface="SimSun"/>
              </a:rPr>
              <a:t>象徵被「虛無之黯」徹底吞噬，連「光心」也無法將其喚回。</a:t>
            </a:r>
            <a:endParaRPr sz="15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endParaRPr sz="15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500">
              <a:latin typeface="SimSun"/>
              <a:cs typeface="SimSun"/>
            </a:endParaRPr>
          </a:p>
          <a:p>
            <a:pPr>
              <a:lnSpc>
                <a:spcPct val="100000"/>
              </a:lnSpc>
            </a:pPr>
            <a:r>
              <a:rPr sz="1500" spc="-35" dirty="0">
                <a:latin typeface="SimSun"/>
                <a:cs typeface="SimSun"/>
              </a:rPr>
              <a:t>是「光之民」遺留的能量碎片，收集後能強化「光流」</a:t>
            </a:r>
            <a:r>
              <a:rPr sz="1500" dirty="0">
                <a:latin typeface="SimSun"/>
                <a:cs typeface="SimSun"/>
              </a:rPr>
              <a:t>（分數增加</a:t>
            </a:r>
            <a:r>
              <a:rPr sz="1500" spc="-750" dirty="0">
                <a:latin typeface="SimSun"/>
                <a:cs typeface="SimSun"/>
              </a:rPr>
              <a:t>）</a:t>
            </a:r>
            <a:r>
              <a:rPr sz="1500" spc="-50" dirty="0">
                <a:latin typeface="SimSun"/>
                <a:cs typeface="SimSun"/>
              </a:rPr>
              <a:t>。</a:t>
            </a:r>
            <a:endParaRPr sz="1500">
              <a:latin typeface="SimSun"/>
              <a:cs typeface="SimSu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96134" y="3279049"/>
            <a:ext cx="13695680" cy="5844540"/>
            <a:chOff x="2296134" y="3279049"/>
            <a:chExt cx="13695680" cy="5844540"/>
          </a:xfrm>
        </p:grpSpPr>
        <p:sp>
          <p:nvSpPr>
            <p:cNvPr id="5" name="object 5"/>
            <p:cNvSpPr/>
            <p:nvPr/>
          </p:nvSpPr>
          <p:spPr>
            <a:xfrm>
              <a:off x="2301837" y="3290480"/>
              <a:ext cx="13684250" cy="5821680"/>
            </a:xfrm>
            <a:custGeom>
              <a:avLst/>
              <a:gdLst/>
              <a:ahLst/>
              <a:cxnLst/>
              <a:rect l="l" t="t" r="r" b="b"/>
              <a:pathLst>
                <a:path w="13684250" h="5821680">
                  <a:moveTo>
                    <a:pt x="13684187" y="0"/>
                  </a:moveTo>
                  <a:lnTo>
                    <a:pt x="4784737" y="0"/>
                  </a:lnTo>
                  <a:lnTo>
                    <a:pt x="0" y="0"/>
                  </a:lnTo>
                  <a:lnTo>
                    <a:pt x="0" y="5821591"/>
                  </a:lnTo>
                  <a:lnTo>
                    <a:pt x="4784737" y="5821591"/>
                  </a:lnTo>
                  <a:lnTo>
                    <a:pt x="13684187" y="5821591"/>
                  </a:lnTo>
                  <a:lnTo>
                    <a:pt x="136841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6134" y="3284763"/>
              <a:ext cx="13695680" cy="5833110"/>
            </a:xfrm>
            <a:custGeom>
              <a:avLst/>
              <a:gdLst/>
              <a:ahLst/>
              <a:cxnLst/>
              <a:rect l="l" t="t" r="r" b="b"/>
              <a:pathLst>
                <a:path w="13695680" h="5833109">
                  <a:moveTo>
                    <a:pt x="5714" y="5714"/>
                  </a:moveTo>
                  <a:lnTo>
                    <a:pt x="5714" y="5827305"/>
                  </a:lnTo>
                </a:path>
                <a:path w="13695680" h="5833109">
                  <a:moveTo>
                    <a:pt x="4790441" y="5714"/>
                  </a:moveTo>
                  <a:lnTo>
                    <a:pt x="4790441" y="5827305"/>
                  </a:lnTo>
                </a:path>
                <a:path w="13695680" h="5833109">
                  <a:moveTo>
                    <a:pt x="13689898" y="5714"/>
                  </a:moveTo>
                  <a:lnTo>
                    <a:pt x="13689898" y="5827305"/>
                  </a:lnTo>
                </a:path>
                <a:path w="13695680" h="5833109">
                  <a:moveTo>
                    <a:pt x="0" y="0"/>
                  </a:moveTo>
                  <a:lnTo>
                    <a:pt x="13695612" y="0"/>
                  </a:lnTo>
                </a:path>
                <a:path w="13695680" h="5833109">
                  <a:moveTo>
                    <a:pt x="0" y="748952"/>
                  </a:moveTo>
                  <a:lnTo>
                    <a:pt x="13695612" y="748952"/>
                  </a:lnTo>
                </a:path>
                <a:path w="13695680" h="5833109">
                  <a:moveTo>
                    <a:pt x="0" y="1645493"/>
                  </a:moveTo>
                  <a:lnTo>
                    <a:pt x="13695612" y="1645493"/>
                  </a:lnTo>
                </a:path>
                <a:path w="13695680" h="5833109">
                  <a:moveTo>
                    <a:pt x="0" y="2542033"/>
                  </a:moveTo>
                  <a:lnTo>
                    <a:pt x="13695612" y="2542033"/>
                  </a:lnTo>
                </a:path>
                <a:path w="13695680" h="5833109">
                  <a:moveTo>
                    <a:pt x="0" y="3438574"/>
                  </a:moveTo>
                  <a:lnTo>
                    <a:pt x="13695612" y="3438574"/>
                  </a:lnTo>
                </a:path>
                <a:path w="13695680" h="5833109">
                  <a:moveTo>
                    <a:pt x="0" y="4187526"/>
                  </a:moveTo>
                  <a:lnTo>
                    <a:pt x="13695612" y="4187526"/>
                  </a:lnTo>
                </a:path>
                <a:path w="13695680" h="5833109">
                  <a:moveTo>
                    <a:pt x="0" y="4936480"/>
                  </a:moveTo>
                  <a:lnTo>
                    <a:pt x="13695612" y="4936480"/>
                  </a:lnTo>
                </a:path>
                <a:path w="13695680" h="5833109">
                  <a:moveTo>
                    <a:pt x="0" y="5833020"/>
                  </a:moveTo>
                  <a:lnTo>
                    <a:pt x="13695612" y="5833020"/>
                  </a:lnTo>
                </a:path>
              </a:pathLst>
            </a:custGeom>
            <a:ln w="114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89091" y="644695"/>
            <a:ext cx="5410835" cy="1945005"/>
          </a:xfrm>
          <a:prstGeom prst="rect">
            <a:avLst/>
          </a:prstGeom>
        </p:spPr>
        <p:txBody>
          <a:bodyPr vert="horz" wrap="square" lIns="0" tIns="323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5"/>
              </a:spcBef>
            </a:pPr>
            <a:r>
              <a:rPr sz="6550" spc="-500" dirty="0"/>
              <a:t>核</a:t>
            </a:r>
            <a:r>
              <a:rPr sz="6550" spc="-500" dirty="0">
                <a:latin typeface="Microsoft JhengHei"/>
                <a:cs typeface="Microsoft JhengHei"/>
              </a:rPr>
              <a:t>⼼</a:t>
            </a:r>
            <a:r>
              <a:rPr sz="6550" spc="-570" dirty="0"/>
              <a:t>玩法與機制</a:t>
            </a:r>
            <a:endParaRPr sz="655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  <a:tabLst>
                <a:tab pos="1623060" algn="l"/>
              </a:tabLst>
            </a:pPr>
            <a:r>
              <a:rPr sz="3050" spc="575" dirty="0">
                <a:latin typeface="Arial"/>
                <a:cs typeface="Arial"/>
              </a:rPr>
              <a:t>CORE</a:t>
            </a:r>
            <a:r>
              <a:rPr sz="3050" dirty="0">
                <a:latin typeface="Arial"/>
                <a:cs typeface="Arial"/>
              </a:rPr>
              <a:t>	</a:t>
            </a:r>
            <a:r>
              <a:rPr sz="3050" spc="525" dirty="0">
                <a:latin typeface="Arial"/>
                <a:cs typeface="Arial"/>
              </a:rPr>
              <a:t>GAMEPLAY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68B498F-51C8-1DB8-78E9-B821772DC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867" y="3162300"/>
            <a:ext cx="14130266" cy="60781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307012"/>
            <a:ext cx="5709920" cy="6146800"/>
          </a:xfrm>
          <a:custGeom>
            <a:avLst/>
            <a:gdLst/>
            <a:ahLst/>
            <a:cxnLst/>
            <a:rect l="l" t="t" r="r" b="b"/>
            <a:pathLst>
              <a:path w="5709920" h="6146800">
                <a:moveTo>
                  <a:pt x="2874365" y="6146799"/>
                </a:moveTo>
                <a:lnTo>
                  <a:pt x="0" y="6146799"/>
                </a:lnTo>
                <a:lnTo>
                  <a:pt x="0" y="0"/>
                </a:lnTo>
                <a:lnTo>
                  <a:pt x="2826664" y="0"/>
                </a:lnTo>
                <a:lnTo>
                  <a:pt x="2874365" y="12699"/>
                </a:lnTo>
                <a:lnTo>
                  <a:pt x="2969153" y="12699"/>
                </a:lnTo>
                <a:lnTo>
                  <a:pt x="3016230" y="25399"/>
                </a:lnTo>
                <a:lnTo>
                  <a:pt x="3063088" y="25399"/>
                </a:lnTo>
                <a:lnTo>
                  <a:pt x="3156125" y="50799"/>
                </a:lnTo>
                <a:lnTo>
                  <a:pt x="3202293" y="50799"/>
                </a:lnTo>
                <a:lnTo>
                  <a:pt x="3293903" y="76199"/>
                </a:lnTo>
                <a:lnTo>
                  <a:pt x="3339333" y="76199"/>
                </a:lnTo>
                <a:lnTo>
                  <a:pt x="3606321" y="152399"/>
                </a:lnTo>
                <a:lnTo>
                  <a:pt x="3649836" y="177799"/>
                </a:lnTo>
                <a:lnTo>
                  <a:pt x="3778587" y="215899"/>
                </a:lnTo>
                <a:lnTo>
                  <a:pt x="3820887" y="241299"/>
                </a:lnTo>
                <a:lnTo>
                  <a:pt x="3862870" y="253999"/>
                </a:lnTo>
                <a:lnTo>
                  <a:pt x="3904530" y="279399"/>
                </a:lnTo>
                <a:lnTo>
                  <a:pt x="3945863" y="292099"/>
                </a:lnTo>
                <a:lnTo>
                  <a:pt x="3986861" y="317499"/>
                </a:lnTo>
                <a:lnTo>
                  <a:pt x="4027520" y="330199"/>
                </a:lnTo>
                <a:lnTo>
                  <a:pt x="4107798" y="380999"/>
                </a:lnTo>
                <a:lnTo>
                  <a:pt x="4147407" y="393699"/>
                </a:lnTo>
                <a:lnTo>
                  <a:pt x="4186655" y="419099"/>
                </a:lnTo>
                <a:lnTo>
                  <a:pt x="4302176" y="495299"/>
                </a:lnTo>
                <a:lnTo>
                  <a:pt x="4377284" y="546099"/>
                </a:lnTo>
                <a:lnTo>
                  <a:pt x="4450817" y="596899"/>
                </a:lnTo>
                <a:lnTo>
                  <a:pt x="4522730" y="647699"/>
                </a:lnTo>
                <a:lnTo>
                  <a:pt x="4592980" y="698499"/>
                </a:lnTo>
                <a:lnTo>
                  <a:pt x="4627467" y="736599"/>
                </a:lnTo>
                <a:lnTo>
                  <a:pt x="4695140" y="787399"/>
                </a:lnTo>
                <a:lnTo>
                  <a:pt x="4728314" y="825499"/>
                </a:lnTo>
                <a:lnTo>
                  <a:pt x="4761040" y="850899"/>
                </a:lnTo>
                <a:lnTo>
                  <a:pt x="4793312" y="888999"/>
                </a:lnTo>
                <a:lnTo>
                  <a:pt x="4825124" y="914399"/>
                </a:lnTo>
                <a:lnTo>
                  <a:pt x="4856471" y="952499"/>
                </a:lnTo>
                <a:lnTo>
                  <a:pt x="4887347" y="977899"/>
                </a:lnTo>
                <a:lnTo>
                  <a:pt x="4917748" y="1015999"/>
                </a:lnTo>
                <a:lnTo>
                  <a:pt x="4947667" y="1054099"/>
                </a:lnTo>
                <a:lnTo>
                  <a:pt x="4977099" y="1079499"/>
                </a:lnTo>
                <a:lnTo>
                  <a:pt x="5006038" y="1117599"/>
                </a:lnTo>
                <a:lnTo>
                  <a:pt x="5034480" y="1155699"/>
                </a:lnTo>
                <a:lnTo>
                  <a:pt x="5062419" y="1193799"/>
                </a:lnTo>
                <a:lnTo>
                  <a:pt x="5089848" y="1219199"/>
                </a:lnTo>
                <a:lnTo>
                  <a:pt x="5116763" y="1257299"/>
                </a:lnTo>
                <a:lnTo>
                  <a:pt x="5143159" y="1295399"/>
                </a:lnTo>
                <a:lnTo>
                  <a:pt x="5169029" y="1333499"/>
                </a:lnTo>
                <a:lnTo>
                  <a:pt x="5194369" y="1371599"/>
                </a:lnTo>
                <a:lnTo>
                  <a:pt x="5219172" y="1409699"/>
                </a:lnTo>
                <a:lnTo>
                  <a:pt x="5243434" y="1447799"/>
                </a:lnTo>
                <a:lnTo>
                  <a:pt x="5267148" y="1485899"/>
                </a:lnTo>
                <a:lnTo>
                  <a:pt x="5290310" y="1523999"/>
                </a:lnTo>
                <a:lnTo>
                  <a:pt x="5312914" y="1562099"/>
                </a:lnTo>
                <a:lnTo>
                  <a:pt x="5334954" y="1600199"/>
                </a:lnTo>
                <a:lnTo>
                  <a:pt x="5356426" y="1638299"/>
                </a:lnTo>
                <a:lnTo>
                  <a:pt x="5377322" y="1689099"/>
                </a:lnTo>
                <a:lnTo>
                  <a:pt x="5397639" y="1727199"/>
                </a:lnTo>
                <a:lnTo>
                  <a:pt x="5417371" y="1765299"/>
                </a:lnTo>
                <a:lnTo>
                  <a:pt x="5436511" y="1803399"/>
                </a:lnTo>
                <a:lnTo>
                  <a:pt x="5455055" y="1854199"/>
                </a:lnTo>
                <a:lnTo>
                  <a:pt x="5472998" y="1892299"/>
                </a:lnTo>
                <a:lnTo>
                  <a:pt x="5490333" y="1930399"/>
                </a:lnTo>
                <a:lnTo>
                  <a:pt x="5507055" y="1968499"/>
                </a:lnTo>
                <a:lnTo>
                  <a:pt x="5523159" y="2019299"/>
                </a:lnTo>
                <a:lnTo>
                  <a:pt x="5538639" y="2057399"/>
                </a:lnTo>
                <a:lnTo>
                  <a:pt x="5553490" y="2108199"/>
                </a:lnTo>
                <a:lnTo>
                  <a:pt x="5567706" y="2146299"/>
                </a:lnTo>
                <a:lnTo>
                  <a:pt x="5581283" y="2197099"/>
                </a:lnTo>
                <a:lnTo>
                  <a:pt x="5594213" y="2235199"/>
                </a:lnTo>
                <a:lnTo>
                  <a:pt x="5606493" y="2285999"/>
                </a:lnTo>
                <a:lnTo>
                  <a:pt x="5618116" y="2324099"/>
                </a:lnTo>
                <a:lnTo>
                  <a:pt x="5629077" y="2374899"/>
                </a:lnTo>
                <a:lnTo>
                  <a:pt x="5639370" y="2412999"/>
                </a:lnTo>
                <a:lnTo>
                  <a:pt x="5648990" y="2463799"/>
                </a:lnTo>
                <a:lnTo>
                  <a:pt x="5657932" y="2514599"/>
                </a:lnTo>
                <a:lnTo>
                  <a:pt x="5666191" y="2552699"/>
                </a:lnTo>
                <a:lnTo>
                  <a:pt x="5673759" y="2603499"/>
                </a:lnTo>
                <a:lnTo>
                  <a:pt x="5680633" y="2641599"/>
                </a:lnTo>
                <a:lnTo>
                  <a:pt x="5686807" y="2692399"/>
                </a:lnTo>
                <a:lnTo>
                  <a:pt x="5692274" y="2743199"/>
                </a:lnTo>
                <a:lnTo>
                  <a:pt x="5697031" y="2793999"/>
                </a:lnTo>
                <a:lnTo>
                  <a:pt x="5701070" y="2832099"/>
                </a:lnTo>
                <a:lnTo>
                  <a:pt x="5704388" y="2882899"/>
                </a:lnTo>
                <a:lnTo>
                  <a:pt x="5706978" y="2933699"/>
                </a:lnTo>
                <a:lnTo>
                  <a:pt x="5708834" y="2984499"/>
                </a:lnTo>
                <a:lnTo>
                  <a:pt x="5709724" y="3014833"/>
                </a:lnTo>
                <a:lnTo>
                  <a:pt x="5709724" y="3134554"/>
                </a:lnTo>
                <a:lnTo>
                  <a:pt x="5708834" y="3174999"/>
                </a:lnTo>
                <a:lnTo>
                  <a:pt x="5706978" y="3225799"/>
                </a:lnTo>
                <a:lnTo>
                  <a:pt x="5704388" y="3263899"/>
                </a:lnTo>
                <a:lnTo>
                  <a:pt x="5701070" y="3314699"/>
                </a:lnTo>
                <a:lnTo>
                  <a:pt x="5697031" y="3365499"/>
                </a:lnTo>
                <a:lnTo>
                  <a:pt x="5692274" y="3416299"/>
                </a:lnTo>
                <a:lnTo>
                  <a:pt x="5686807" y="3454399"/>
                </a:lnTo>
                <a:lnTo>
                  <a:pt x="5680633" y="3505199"/>
                </a:lnTo>
                <a:lnTo>
                  <a:pt x="5673759" y="3555999"/>
                </a:lnTo>
                <a:lnTo>
                  <a:pt x="5666191" y="3594099"/>
                </a:lnTo>
                <a:lnTo>
                  <a:pt x="5657932" y="3644899"/>
                </a:lnTo>
                <a:lnTo>
                  <a:pt x="5648990" y="3695699"/>
                </a:lnTo>
                <a:lnTo>
                  <a:pt x="5639370" y="3733799"/>
                </a:lnTo>
                <a:lnTo>
                  <a:pt x="5629077" y="3784599"/>
                </a:lnTo>
                <a:lnTo>
                  <a:pt x="5618116" y="3822699"/>
                </a:lnTo>
                <a:lnTo>
                  <a:pt x="5606493" y="3873499"/>
                </a:lnTo>
                <a:lnTo>
                  <a:pt x="5594213" y="3911599"/>
                </a:lnTo>
                <a:lnTo>
                  <a:pt x="5581283" y="3962399"/>
                </a:lnTo>
                <a:lnTo>
                  <a:pt x="5567706" y="4000499"/>
                </a:lnTo>
                <a:lnTo>
                  <a:pt x="5553490" y="4051299"/>
                </a:lnTo>
                <a:lnTo>
                  <a:pt x="5538639" y="4089399"/>
                </a:lnTo>
                <a:lnTo>
                  <a:pt x="5523159" y="4140199"/>
                </a:lnTo>
                <a:lnTo>
                  <a:pt x="5507055" y="4178299"/>
                </a:lnTo>
                <a:lnTo>
                  <a:pt x="5490333" y="4216399"/>
                </a:lnTo>
                <a:lnTo>
                  <a:pt x="5472998" y="4267199"/>
                </a:lnTo>
                <a:lnTo>
                  <a:pt x="5455055" y="4305299"/>
                </a:lnTo>
                <a:lnTo>
                  <a:pt x="5436511" y="4343399"/>
                </a:lnTo>
                <a:lnTo>
                  <a:pt x="5417371" y="4394199"/>
                </a:lnTo>
                <a:lnTo>
                  <a:pt x="5397639" y="4432299"/>
                </a:lnTo>
                <a:lnTo>
                  <a:pt x="5377322" y="4470399"/>
                </a:lnTo>
                <a:lnTo>
                  <a:pt x="5356426" y="4508499"/>
                </a:lnTo>
                <a:lnTo>
                  <a:pt x="5334954" y="4546599"/>
                </a:lnTo>
                <a:lnTo>
                  <a:pt x="5312914" y="4584699"/>
                </a:lnTo>
                <a:lnTo>
                  <a:pt x="5290310" y="4635499"/>
                </a:lnTo>
                <a:lnTo>
                  <a:pt x="5267148" y="4673599"/>
                </a:lnTo>
                <a:lnTo>
                  <a:pt x="5243434" y="4711699"/>
                </a:lnTo>
                <a:lnTo>
                  <a:pt x="5219172" y="4749799"/>
                </a:lnTo>
                <a:lnTo>
                  <a:pt x="5194369" y="4787899"/>
                </a:lnTo>
                <a:lnTo>
                  <a:pt x="5169029" y="4825999"/>
                </a:lnTo>
                <a:lnTo>
                  <a:pt x="5143159" y="4851399"/>
                </a:lnTo>
                <a:lnTo>
                  <a:pt x="5116763" y="4889499"/>
                </a:lnTo>
                <a:lnTo>
                  <a:pt x="5089848" y="4927599"/>
                </a:lnTo>
                <a:lnTo>
                  <a:pt x="5062419" y="4965699"/>
                </a:lnTo>
                <a:lnTo>
                  <a:pt x="5034480" y="5003799"/>
                </a:lnTo>
                <a:lnTo>
                  <a:pt x="5006038" y="5041899"/>
                </a:lnTo>
                <a:lnTo>
                  <a:pt x="4977099" y="5067299"/>
                </a:lnTo>
                <a:lnTo>
                  <a:pt x="4947667" y="5105399"/>
                </a:lnTo>
                <a:lnTo>
                  <a:pt x="4917748" y="5143499"/>
                </a:lnTo>
                <a:lnTo>
                  <a:pt x="4887347" y="5168899"/>
                </a:lnTo>
                <a:lnTo>
                  <a:pt x="4856471" y="5206999"/>
                </a:lnTo>
                <a:lnTo>
                  <a:pt x="4825124" y="5232399"/>
                </a:lnTo>
                <a:lnTo>
                  <a:pt x="4793312" y="5270499"/>
                </a:lnTo>
                <a:lnTo>
                  <a:pt x="4761040" y="5295899"/>
                </a:lnTo>
                <a:lnTo>
                  <a:pt x="4728314" y="5333999"/>
                </a:lnTo>
                <a:lnTo>
                  <a:pt x="4695140" y="5359399"/>
                </a:lnTo>
                <a:lnTo>
                  <a:pt x="4661522" y="5384799"/>
                </a:lnTo>
                <a:lnTo>
                  <a:pt x="4627467" y="5422899"/>
                </a:lnTo>
                <a:lnTo>
                  <a:pt x="4592980" y="5448299"/>
                </a:lnTo>
                <a:lnTo>
                  <a:pt x="4522730" y="5499099"/>
                </a:lnTo>
                <a:lnTo>
                  <a:pt x="4486978" y="5537199"/>
                </a:lnTo>
                <a:lnTo>
                  <a:pt x="4450817" y="5562599"/>
                </a:lnTo>
                <a:lnTo>
                  <a:pt x="4377284" y="5613399"/>
                </a:lnTo>
                <a:lnTo>
                  <a:pt x="4302176" y="5664199"/>
                </a:lnTo>
                <a:lnTo>
                  <a:pt x="4225536" y="5714999"/>
                </a:lnTo>
                <a:lnTo>
                  <a:pt x="4186655" y="5727699"/>
                </a:lnTo>
                <a:lnTo>
                  <a:pt x="4067834" y="5803899"/>
                </a:lnTo>
                <a:lnTo>
                  <a:pt x="4027520" y="5816599"/>
                </a:lnTo>
                <a:lnTo>
                  <a:pt x="3986861" y="5841999"/>
                </a:lnTo>
                <a:lnTo>
                  <a:pt x="3945863" y="5854699"/>
                </a:lnTo>
                <a:lnTo>
                  <a:pt x="3904530" y="5880099"/>
                </a:lnTo>
                <a:lnTo>
                  <a:pt x="3862870" y="5892799"/>
                </a:lnTo>
                <a:lnTo>
                  <a:pt x="3820887" y="5918199"/>
                </a:lnTo>
                <a:lnTo>
                  <a:pt x="3735974" y="5943599"/>
                </a:lnTo>
                <a:lnTo>
                  <a:pt x="3693056" y="5968999"/>
                </a:lnTo>
                <a:lnTo>
                  <a:pt x="3248221" y="6095999"/>
                </a:lnTo>
                <a:lnTo>
                  <a:pt x="3202293" y="6095999"/>
                </a:lnTo>
                <a:lnTo>
                  <a:pt x="3109721" y="6121399"/>
                </a:lnTo>
                <a:lnTo>
                  <a:pt x="3063088" y="6121399"/>
                </a:lnTo>
                <a:lnTo>
                  <a:pt x="3016230" y="6134099"/>
                </a:lnTo>
                <a:lnTo>
                  <a:pt x="2921863" y="6134099"/>
                </a:lnTo>
                <a:lnTo>
                  <a:pt x="2874365" y="6146799"/>
                </a:lnTo>
                <a:close/>
              </a:path>
            </a:pathLst>
          </a:custGeom>
          <a:solidFill>
            <a:srgbClr val="D9D9D9">
              <a:alpha val="48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792290" y="3307012"/>
            <a:ext cx="12496165" cy="6147435"/>
            <a:chOff x="5792290" y="3307012"/>
            <a:chExt cx="12496165" cy="6147435"/>
          </a:xfrm>
        </p:grpSpPr>
        <p:sp>
          <p:nvSpPr>
            <p:cNvPr id="4" name="object 4"/>
            <p:cNvSpPr/>
            <p:nvPr/>
          </p:nvSpPr>
          <p:spPr>
            <a:xfrm>
              <a:off x="12520524" y="3307012"/>
              <a:ext cx="5767705" cy="6146800"/>
            </a:xfrm>
            <a:custGeom>
              <a:avLst/>
              <a:gdLst/>
              <a:ahLst/>
              <a:cxnLst/>
              <a:rect l="l" t="t" r="r" b="b"/>
              <a:pathLst>
                <a:path w="5767705" h="6146800">
                  <a:moveTo>
                    <a:pt x="5767474" y="6146799"/>
                  </a:moveTo>
                  <a:lnTo>
                    <a:pt x="2835959" y="6146799"/>
                  </a:lnTo>
                  <a:lnTo>
                    <a:pt x="2788462" y="6134099"/>
                  </a:lnTo>
                  <a:lnTo>
                    <a:pt x="2694095" y="6134099"/>
                  </a:lnTo>
                  <a:lnTo>
                    <a:pt x="2647237" y="6121399"/>
                  </a:lnTo>
                  <a:lnTo>
                    <a:pt x="2600603" y="6121399"/>
                  </a:lnTo>
                  <a:lnTo>
                    <a:pt x="2508031" y="6095999"/>
                  </a:lnTo>
                  <a:lnTo>
                    <a:pt x="2462103" y="6095999"/>
                  </a:lnTo>
                  <a:lnTo>
                    <a:pt x="2017269" y="5968999"/>
                  </a:lnTo>
                  <a:lnTo>
                    <a:pt x="1974350" y="5943599"/>
                  </a:lnTo>
                  <a:lnTo>
                    <a:pt x="1889438" y="5918199"/>
                  </a:lnTo>
                  <a:lnTo>
                    <a:pt x="1847455" y="5892799"/>
                  </a:lnTo>
                  <a:lnTo>
                    <a:pt x="1805794" y="5880099"/>
                  </a:lnTo>
                  <a:lnTo>
                    <a:pt x="1764462" y="5854699"/>
                  </a:lnTo>
                  <a:lnTo>
                    <a:pt x="1723464" y="5841999"/>
                  </a:lnTo>
                  <a:lnTo>
                    <a:pt x="1682805" y="5816599"/>
                  </a:lnTo>
                  <a:lnTo>
                    <a:pt x="1642491" y="5803899"/>
                  </a:lnTo>
                  <a:lnTo>
                    <a:pt x="1523670" y="5727699"/>
                  </a:lnTo>
                  <a:lnTo>
                    <a:pt x="1484789" y="5714999"/>
                  </a:lnTo>
                  <a:lnTo>
                    <a:pt x="1408149" y="5664199"/>
                  </a:lnTo>
                  <a:lnTo>
                    <a:pt x="1333041" y="5613399"/>
                  </a:lnTo>
                  <a:lnTo>
                    <a:pt x="1259508" y="5562599"/>
                  </a:lnTo>
                  <a:lnTo>
                    <a:pt x="1223347" y="5537199"/>
                  </a:lnTo>
                  <a:lnTo>
                    <a:pt x="1187595" y="5499099"/>
                  </a:lnTo>
                  <a:lnTo>
                    <a:pt x="1117345" y="5448299"/>
                  </a:lnTo>
                  <a:lnTo>
                    <a:pt x="1082858" y="5422899"/>
                  </a:lnTo>
                  <a:lnTo>
                    <a:pt x="1048803" y="5384799"/>
                  </a:lnTo>
                  <a:lnTo>
                    <a:pt x="1015185" y="5359399"/>
                  </a:lnTo>
                  <a:lnTo>
                    <a:pt x="982011" y="5333999"/>
                  </a:lnTo>
                  <a:lnTo>
                    <a:pt x="949285" y="5295899"/>
                  </a:lnTo>
                  <a:lnTo>
                    <a:pt x="917013" y="5270499"/>
                  </a:lnTo>
                  <a:lnTo>
                    <a:pt x="885201" y="5232399"/>
                  </a:lnTo>
                  <a:lnTo>
                    <a:pt x="853854" y="5206999"/>
                  </a:lnTo>
                  <a:lnTo>
                    <a:pt x="822978" y="5168899"/>
                  </a:lnTo>
                  <a:lnTo>
                    <a:pt x="792577" y="5143499"/>
                  </a:lnTo>
                  <a:lnTo>
                    <a:pt x="762658" y="5105399"/>
                  </a:lnTo>
                  <a:lnTo>
                    <a:pt x="733226" y="5067299"/>
                  </a:lnTo>
                  <a:lnTo>
                    <a:pt x="704287" y="5041899"/>
                  </a:lnTo>
                  <a:lnTo>
                    <a:pt x="675845" y="5003799"/>
                  </a:lnTo>
                  <a:lnTo>
                    <a:pt x="647907" y="4965699"/>
                  </a:lnTo>
                  <a:lnTo>
                    <a:pt x="620477" y="4927599"/>
                  </a:lnTo>
                  <a:lnTo>
                    <a:pt x="593562" y="4889499"/>
                  </a:lnTo>
                  <a:lnTo>
                    <a:pt x="567166" y="4851399"/>
                  </a:lnTo>
                  <a:lnTo>
                    <a:pt x="541296" y="4825999"/>
                  </a:lnTo>
                  <a:lnTo>
                    <a:pt x="515957" y="4787899"/>
                  </a:lnTo>
                  <a:lnTo>
                    <a:pt x="491153" y="4749799"/>
                  </a:lnTo>
                  <a:lnTo>
                    <a:pt x="466892" y="4711699"/>
                  </a:lnTo>
                  <a:lnTo>
                    <a:pt x="443177" y="4673599"/>
                  </a:lnTo>
                  <a:lnTo>
                    <a:pt x="420015" y="4635499"/>
                  </a:lnTo>
                  <a:lnTo>
                    <a:pt x="397411" y="4584699"/>
                  </a:lnTo>
                  <a:lnTo>
                    <a:pt x="375371" y="4546599"/>
                  </a:lnTo>
                  <a:lnTo>
                    <a:pt x="353900" y="4508499"/>
                  </a:lnTo>
                  <a:lnTo>
                    <a:pt x="333003" y="4470399"/>
                  </a:lnTo>
                  <a:lnTo>
                    <a:pt x="312686" y="4432299"/>
                  </a:lnTo>
                  <a:lnTo>
                    <a:pt x="292955" y="4394199"/>
                  </a:lnTo>
                  <a:lnTo>
                    <a:pt x="273814" y="4343399"/>
                  </a:lnTo>
                  <a:lnTo>
                    <a:pt x="255270" y="4305299"/>
                  </a:lnTo>
                  <a:lnTo>
                    <a:pt x="237328" y="4267199"/>
                  </a:lnTo>
                  <a:lnTo>
                    <a:pt x="219993" y="4216399"/>
                  </a:lnTo>
                  <a:lnTo>
                    <a:pt x="203270" y="4178299"/>
                  </a:lnTo>
                  <a:lnTo>
                    <a:pt x="187166" y="4140199"/>
                  </a:lnTo>
                  <a:lnTo>
                    <a:pt x="171686" y="4089399"/>
                  </a:lnTo>
                  <a:lnTo>
                    <a:pt x="156835" y="4051299"/>
                  </a:lnTo>
                  <a:lnTo>
                    <a:pt x="142619" y="4000499"/>
                  </a:lnTo>
                  <a:lnTo>
                    <a:pt x="129043" y="3962399"/>
                  </a:lnTo>
                  <a:lnTo>
                    <a:pt x="116112" y="3911599"/>
                  </a:lnTo>
                  <a:lnTo>
                    <a:pt x="103833" y="3873499"/>
                  </a:lnTo>
                  <a:lnTo>
                    <a:pt x="92210" y="3822699"/>
                  </a:lnTo>
                  <a:lnTo>
                    <a:pt x="81249" y="3784599"/>
                  </a:lnTo>
                  <a:lnTo>
                    <a:pt x="70955" y="3733799"/>
                  </a:lnTo>
                  <a:lnTo>
                    <a:pt x="61335" y="3695699"/>
                  </a:lnTo>
                  <a:lnTo>
                    <a:pt x="52393" y="3644899"/>
                  </a:lnTo>
                  <a:lnTo>
                    <a:pt x="44135" y="3594099"/>
                  </a:lnTo>
                  <a:lnTo>
                    <a:pt x="36566" y="3555999"/>
                  </a:lnTo>
                  <a:lnTo>
                    <a:pt x="29692" y="3505199"/>
                  </a:lnTo>
                  <a:lnTo>
                    <a:pt x="23519" y="3454399"/>
                  </a:lnTo>
                  <a:lnTo>
                    <a:pt x="18051" y="3416299"/>
                  </a:lnTo>
                  <a:lnTo>
                    <a:pt x="13295" y="3365499"/>
                  </a:lnTo>
                  <a:lnTo>
                    <a:pt x="9255" y="3314699"/>
                  </a:lnTo>
                  <a:lnTo>
                    <a:pt x="5938" y="3263899"/>
                  </a:lnTo>
                  <a:lnTo>
                    <a:pt x="3348" y="3225799"/>
                  </a:lnTo>
                  <a:lnTo>
                    <a:pt x="1491" y="3174999"/>
                  </a:lnTo>
                  <a:lnTo>
                    <a:pt x="373" y="3124199"/>
                  </a:lnTo>
                  <a:lnTo>
                    <a:pt x="0" y="3073399"/>
                  </a:lnTo>
                  <a:lnTo>
                    <a:pt x="373" y="3022599"/>
                  </a:lnTo>
                  <a:lnTo>
                    <a:pt x="1491" y="2984499"/>
                  </a:lnTo>
                  <a:lnTo>
                    <a:pt x="3348" y="2933699"/>
                  </a:lnTo>
                  <a:lnTo>
                    <a:pt x="5938" y="2882899"/>
                  </a:lnTo>
                  <a:lnTo>
                    <a:pt x="9255" y="2832099"/>
                  </a:lnTo>
                  <a:lnTo>
                    <a:pt x="13295" y="2793999"/>
                  </a:lnTo>
                  <a:lnTo>
                    <a:pt x="18051" y="2743199"/>
                  </a:lnTo>
                  <a:lnTo>
                    <a:pt x="23519" y="2692399"/>
                  </a:lnTo>
                  <a:lnTo>
                    <a:pt x="29692" y="2641599"/>
                  </a:lnTo>
                  <a:lnTo>
                    <a:pt x="36566" y="2603499"/>
                  </a:lnTo>
                  <a:lnTo>
                    <a:pt x="44135" y="2552699"/>
                  </a:lnTo>
                  <a:lnTo>
                    <a:pt x="52393" y="2514599"/>
                  </a:lnTo>
                  <a:lnTo>
                    <a:pt x="61335" y="2463799"/>
                  </a:lnTo>
                  <a:lnTo>
                    <a:pt x="70955" y="2412999"/>
                  </a:lnTo>
                  <a:lnTo>
                    <a:pt x="81249" y="2374899"/>
                  </a:lnTo>
                  <a:lnTo>
                    <a:pt x="92210" y="2324099"/>
                  </a:lnTo>
                  <a:lnTo>
                    <a:pt x="103833" y="2285999"/>
                  </a:lnTo>
                  <a:lnTo>
                    <a:pt x="116112" y="2235199"/>
                  </a:lnTo>
                  <a:lnTo>
                    <a:pt x="129043" y="2197099"/>
                  </a:lnTo>
                  <a:lnTo>
                    <a:pt x="142619" y="2146299"/>
                  </a:lnTo>
                  <a:lnTo>
                    <a:pt x="156835" y="2108199"/>
                  </a:lnTo>
                  <a:lnTo>
                    <a:pt x="171686" y="2057399"/>
                  </a:lnTo>
                  <a:lnTo>
                    <a:pt x="187166" y="2019299"/>
                  </a:lnTo>
                  <a:lnTo>
                    <a:pt x="203270" y="1968499"/>
                  </a:lnTo>
                  <a:lnTo>
                    <a:pt x="219993" y="1930399"/>
                  </a:lnTo>
                  <a:lnTo>
                    <a:pt x="237328" y="1892299"/>
                  </a:lnTo>
                  <a:lnTo>
                    <a:pt x="255270" y="1854199"/>
                  </a:lnTo>
                  <a:lnTo>
                    <a:pt x="273814" y="1803399"/>
                  </a:lnTo>
                  <a:lnTo>
                    <a:pt x="292955" y="1765299"/>
                  </a:lnTo>
                  <a:lnTo>
                    <a:pt x="312686" y="1727199"/>
                  </a:lnTo>
                  <a:lnTo>
                    <a:pt x="333003" y="1689099"/>
                  </a:lnTo>
                  <a:lnTo>
                    <a:pt x="353900" y="1638299"/>
                  </a:lnTo>
                  <a:lnTo>
                    <a:pt x="375371" y="1600199"/>
                  </a:lnTo>
                  <a:lnTo>
                    <a:pt x="397411" y="1562099"/>
                  </a:lnTo>
                  <a:lnTo>
                    <a:pt x="420015" y="1523999"/>
                  </a:lnTo>
                  <a:lnTo>
                    <a:pt x="443177" y="1485899"/>
                  </a:lnTo>
                  <a:lnTo>
                    <a:pt x="466892" y="1447799"/>
                  </a:lnTo>
                  <a:lnTo>
                    <a:pt x="491153" y="1409699"/>
                  </a:lnTo>
                  <a:lnTo>
                    <a:pt x="515957" y="1371599"/>
                  </a:lnTo>
                  <a:lnTo>
                    <a:pt x="541296" y="1333499"/>
                  </a:lnTo>
                  <a:lnTo>
                    <a:pt x="567166" y="1295399"/>
                  </a:lnTo>
                  <a:lnTo>
                    <a:pt x="593562" y="1257299"/>
                  </a:lnTo>
                  <a:lnTo>
                    <a:pt x="620477" y="1219199"/>
                  </a:lnTo>
                  <a:lnTo>
                    <a:pt x="647907" y="1193799"/>
                  </a:lnTo>
                  <a:lnTo>
                    <a:pt x="675845" y="1155699"/>
                  </a:lnTo>
                  <a:lnTo>
                    <a:pt x="704287" y="1117599"/>
                  </a:lnTo>
                  <a:lnTo>
                    <a:pt x="733226" y="1079499"/>
                  </a:lnTo>
                  <a:lnTo>
                    <a:pt x="762658" y="1054099"/>
                  </a:lnTo>
                  <a:lnTo>
                    <a:pt x="792577" y="1015999"/>
                  </a:lnTo>
                  <a:lnTo>
                    <a:pt x="822978" y="977899"/>
                  </a:lnTo>
                  <a:lnTo>
                    <a:pt x="853854" y="952499"/>
                  </a:lnTo>
                  <a:lnTo>
                    <a:pt x="885201" y="914399"/>
                  </a:lnTo>
                  <a:lnTo>
                    <a:pt x="917013" y="888999"/>
                  </a:lnTo>
                  <a:lnTo>
                    <a:pt x="949285" y="850899"/>
                  </a:lnTo>
                  <a:lnTo>
                    <a:pt x="982011" y="825499"/>
                  </a:lnTo>
                  <a:lnTo>
                    <a:pt x="1015185" y="787399"/>
                  </a:lnTo>
                  <a:lnTo>
                    <a:pt x="1082858" y="736599"/>
                  </a:lnTo>
                  <a:lnTo>
                    <a:pt x="1117345" y="698499"/>
                  </a:lnTo>
                  <a:lnTo>
                    <a:pt x="1187595" y="647699"/>
                  </a:lnTo>
                  <a:lnTo>
                    <a:pt x="1259508" y="596899"/>
                  </a:lnTo>
                  <a:lnTo>
                    <a:pt x="1333041" y="546099"/>
                  </a:lnTo>
                  <a:lnTo>
                    <a:pt x="1408149" y="495299"/>
                  </a:lnTo>
                  <a:lnTo>
                    <a:pt x="1523670" y="419099"/>
                  </a:lnTo>
                  <a:lnTo>
                    <a:pt x="1562918" y="393699"/>
                  </a:lnTo>
                  <a:lnTo>
                    <a:pt x="1602526" y="380999"/>
                  </a:lnTo>
                  <a:lnTo>
                    <a:pt x="1682805" y="330199"/>
                  </a:lnTo>
                  <a:lnTo>
                    <a:pt x="1723464" y="317499"/>
                  </a:lnTo>
                  <a:lnTo>
                    <a:pt x="1764462" y="292099"/>
                  </a:lnTo>
                  <a:lnTo>
                    <a:pt x="1805794" y="279399"/>
                  </a:lnTo>
                  <a:lnTo>
                    <a:pt x="1847455" y="253999"/>
                  </a:lnTo>
                  <a:lnTo>
                    <a:pt x="1889438" y="241299"/>
                  </a:lnTo>
                  <a:lnTo>
                    <a:pt x="1931738" y="215899"/>
                  </a:lnTo>
                  <a:lnTo>
                    <a:pt x="2060489" y="177799"/>
                  </a:lnTo>
                  <a:lnTo>
                    <a:pt x="2104004" y="152399"/>
                  </a:lnTo>
                  <a:lnTo>
                    <a:pt x="2370992" y="76199"/>
                  </a:lnTo>
                  <a:lnTo>
                    <a:pt x="2416422" y="76199"/>
                  </a:lnTo>
                  <a:lnTo>
                    <a:pt x="2508031" y="50799"/>
                  </a:lnTo>
                  <a:lnTo>
                    <a:pt x="2554200" y="50799"/>
                  </a:lnTo>
                  <a:lnTo>
                    <a:pt x="2647237" y="25399"/>
                  </a:lnTo>
                  <a:lnTo>
                    <a:pt x="2694095" y="25399"/>
                  </a:lnTo>
                  <a:lnTo>
                    <a:pt x="2741172" y="12699"/>
                  </a:lnTo>
                  <a:lnTo>
                    <a:pt x="2835960" y="12699"/>
                  </a:lnTo>
                  <a:lnTo>
                    <a:pt x="2883660" y="0"/>
                  </a:lnTo>
                  <a:lnTo>
                    <a:pt x="5767474" y="0"/>
                  </a:lnTo>
                  <a:lnTo>
                    <a:pt x="5767474" y="6146799"/>
                  </a:lnTo>
                  <a:close/>
                </a:path>
              </a:pathLst>
            </a:custGeom>
            <a:solidFill>
              <a:srgbClr val="D9D9D9">
                <a:alpha val="4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2290" y="3796108"/>
              <a:ext cx="6810374" cy="5657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07590" y="8452184"/>
              <a:ext cx="628649" cy="6286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453" y="8452184"/>
            <a:ext cx="628649" cy="628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64839" y="8452184"/>
            <a:ext cx="628649" cy="628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01703" y="8452184"/>
            <a:ext cx="628649" cy="628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23106" y="8452184"/>
            <a:ext cx="628649" cy="6286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59971" y="8452184"/>
            <a:ext cx="628649" cy="6286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16000" y="969033"/>
            <a:ext cx="4642485" cy="1724660"/>
          </a:xfrm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5800" spc="-445" dirty="0">
                <a:latin typeface="Microsoft JhengHei"/>
                <a:cs typeface="Microsoft JhengHei"/>
              </a:rPr>
              <a:t>⾓⾊</a:t>
            </a:r>
            <a:r>
              <a:rPr sz="5800" spc="-600" dirty="0"/>
              <a:t>設計</a:t>
            </a:r>
            <a:endParaRPr sz="5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2900680" algn="l"/>
              </a:tabLst>
            </a:pPr>
            <a:r>
              <a:rPr sz="2700" spc="470" dirty="0">
                <a:latin typeface="Arial"/>
                <a:cs typeface="Arial"/>
              </a:rPr>
              <a:t>CHARACTER</a:t>
            </a:r>
            <a:r>
              <a:rPr sz="2700" dirty="0">
                <a:latin typeface="Arial"/>
                <a:cs typeface="Arial"/>
              </a:rPr>
              <a:t>	</a:t>
            </a:r>
            <a:r>
              <a:rPr sz="2700" spc="520" dirty="0">
                <a:latin typeface="Arial"/>
                <a:cs typeface="Arial"/>
              </a:rPr>
              <a:t>DESIGN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045" y="4748660"/>
            <a:ext cx="76200" cy="761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93486" y="4579241"/>
            <a:ext cx="41459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25" dirty="0">
                <a:latin typeface="Malgun Gothic"/>
                <a:cs typeface="Malgun Gothic"/>
              </a:rPr>
              <a:t>造型： </a:t>
            </a:r>
            <a:r>
              <a:rPr sz="2100" dirty="0">
                <a:latin typeface="Microsoft JhengHei"/>
                <a:cs typeface="Microsoft JhengHei"/>
              </a:rPr>
              <a:t>⽔</a:t>
            </a:r>
            <a:r>
              <a:rPr sz="2100" dirty="0">
                <a:latin typeface="SimSun"/>
                <a:cs typeface="SimSun"/>
              </a:rPr>
              <a:t>滴狀</a:t>
            </a:r>
            <a:r>
              <a:rPr sz="2100" dirty="0">
                <a:latin typeface="Microsoft JhengHei"/>
                <a:cs typeface="Microsoft JhengHei"/>
              </a:rPr>
              <a:t>的</a:t>
            </a:r>
            <a:r>
              <a:rPr sz="2100" spc="-130" dirty="0">
                <a:latin typeface="SimSun"/>
                <a:cs typeface="SimSun"/>
              </a:rPr>
              <a:t>柔軟身軀， 向上流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3486" y="5036441"/>
            <a:ext cx="316674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5" dirty="0">
                <a:latin typeface="Microsoft JhengHei"/>
                <a:cs typeface="Microsoft JhengHei"/>
              </a:rPr>
              <a:t>動</a:t>
            </a:r>
            <a:r>
              <a:rPr sz="2100" spc="-190" dirty="0">
                <a:latin typeface="SimSun"/>
                <a:cs typeface="SimSun"/>
              </a:rPr>
              <a:t>， 象徵光之輕</a:t>
            </a:r>
            <a:r>
              <a:rPr sz="2100" spc="-55" dirty="0">
                <a:latin typeface="Microsoft JhengHei"/>
                <a:cs typeface="Microsoft JhengHei"/>
              </a:rPr>
              <a:t>盈</a:t>
            </a:r>
            <a:r>
              <a:rPr sz="2100" spc="-55" dirty="0">
                <a:latin typeface="SimSun"/>
                <a:cs typeface="SimSun"/>
              </a:rPr>
              <a:t>與不滅。</a:t>
            </a:r>
            <a:endParaRPr sz="2100">
              <a:latin typeface="SimSun"/>
              <a:cs typeface="SimSu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045" y="6120260"/>
            <a:ext cx="76200" cy="761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93486" y="5950841"/>
            <a:ext cx="41459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25" dirty="0">
                <a:latin typeface="Malgun Gothic"/>
                <a:cs typeface="Malgun Gothic"/>
              </a:rPr>
              <a:t>特徵： </a:t>
            </a:r>
            <a:r>
              <a:rPr sz="2100" spc="-100" dirty="0">
                <a:latin typeface="SimSun"/>
                <a:cs typeface="SimSun"/>
              </a:rPr>
              <a:t>圓潤雙眼與上揚微笑， </a:t>
            </a:r>
            <a:r>
              <a:rPr sz="2100" spc="-25" dirty="0">
                <a:latin typeface="Microsoft JhengHei"/>
                <a:cs typeface="Microsoft JhengHei"/>
              </a:rPr>
              <a:t>直觀</a:t>
            </a:r>
            <a:endParaRPr sz="2100">
              <a:latin typeface="Microsoft JhengHei"/>
              <a:cs typeface="Microsoft JhengHe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3486" y="6408041"/>
            <a:ext cx="290322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5" dirty="0">
                <a:latin typeface="SimSun"/>
                <a:cs typeface="SimSun"/>
              </a:rPr>
              <a:t>傳達希望、樂</a:t>
            </a:r>
            <a:r>
              <a:rPr sz="2100" spc="-55" dirty="0">
                <a:latin typeface="Microsoft JhengHei"/>
                <a:cs typeface="Microsoft JhengHei"/>
              </a:rPr>
              <a:t>觀</a:t>
            </a:r>
            <a:r>
              <a:rPr sz="2100" spc="-55" dirty="0">
                <a:latin typeface="SimSun"/>
                <a:cs typeface="SimSun"/>
              </a:rPr>
              <a:t>與純真。</a:t>
            </a:r>
            <a:endParaRPr sz="2100">
              <a:latin typeface="SimSun"/>
              <a:cs typeface="SimSu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045" y="7491860"/>
            <a:ext cx="76200" cy="761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93486" y="7322442"/>
            <a:ext cx="41459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dirty="0">
                <a:latin typeface="Malgun Gothic"/>
                <a:cs typeface="Malgun Gothic"/>
              </a:rPr>
              <a:t>配</a:t>
            </a:r>
            <a:r>
              <a:rPr sz="2100" b="1" dirty="0">
                <a:latin typeface="Microsoft JhengHei"/>
                <a:cs typeface="Microsoft JhengHei"/>
              </a:rPr>
              <a:t>⾊</a:t>
            </a:r>
            <a:r>
              <a:rPr sz="2100" b="1" spc="45" dirty="0">
                <a:latin typeface="Malgun Gothic"/>
                <a:cs typeface="Malgun Gothic"/>
              </a:rPr>
              <a:t>： </a:t>
            </a:r>
            <a:r>
              <a:rPr sz="2100" dirty="0">
                <a:latin typeface="SimSun"/>
                <a:cs typeface="SimSun"/>
              </a:rPr>
              <a:t>獨特粉</a:t>
            </a:r>
            <a:r>
              <a:rPr sz="2100" dirty="0">
                <a:latin typeface="Microsoft JhengHei"/>
                <a:cs typeface="Microsoft JhengHei"/>
              </a:rPr>
              <a:t>⽩</a:t>
            </a:r>
            <a:r>
              <a:rPr sz="2100" dirty="0">
                <a:latin typeface="SimSun"/>
                <a:cs typeface="SimSun"/>
              </a:rPr>
              <a:t>漸變暖</a:t>
            </a:r>
            <a:r>
              <a:rPr sz="2100" dirty="0">
                <a:latin typeface="Microsoft JhengHei"/>
                <a:cs typeface="Microsoft JhengHei"/>
              </a:rPr>
              <a:t>⾊</a:t>
            </a:r>
            <a:r>
              <a:rPr sz="2100" spc="-350" dirty="0">
                <a:latin typeface="SimSun"/>
                <a:cs typeface="SimSun"/>
              </a:rPr>
              <a:t>調， </a:t>
            </a:r>
            <a:r>
              <a:rPr sz="2100" dirty="0">
                <a:latin typeface="Microsoft JhengHei"/>
                <a:cs typeface="Microsoft JhengHei"/>
              </a:rPr>
              <a:t>點</a:t>
            </a:r>
            <a:r>
              <a:rPr sz="2100" spc="-50" dirty="0">
                <a:latin typeface="SimSun"/>
                <a:cs typeface="SimSun"/>
              </a:rPr>
              <a:t>亮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3486" y="7779642"/>
            <a:ext cx="343027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5" dirty="0">
                <a:latin typeface="SimSun"/>
                <a:cs typeface="SimSun"/>
              </a:rPr>
              <a:t>暗</a:t>
            </a:r>
            <a:r>
              <a:rPr sz="2100" spc="-55" dirty="0">
                <a:latin typeface="Microsoft JhengHei"/>
                <a:cs typeface="Microsoft JhengHei"/>
              </a:rPr>
              <a:t>⾊</a:t>
            </a:r>
            <a:r>
              <a:rPr sz="2100" spc="-140" dirty="0">
                <a:latin typeface="SimSun"/>
                <a:cs typeface="SimSun"/>
              </a:rPr>
              <a:t>場景， 象徵純潔與希望。</a:t>
            </a:r>
            <a:endParaRPr sz="2100">
              <a:latin typeface="SimSun"/>
              <a:cs typeface="SimSu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35082" y="4748660"/>
            <a:ext cx="76200" cy="761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3839522" y="4447264"/>
            <a:ext cx="414591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0"/>
              </a:spcBef>
              <a:tabLst>
                <a:tab pos="993775" algn="l"/>
              </a:tabLst>
            </a:pPr>
            <a:r>
              <a:rPr sz="2100" b="1" spc="-240" dirty="0">
                <a:latin typeface="Malgun Gothic"/>
                <a:cs typeface="Malgun Gothic"/>
              </a:rPr>
              <a:t>造</a:t>
            </a:r>
            <a:r>
              <a:rPr sz="2100" b="1" spc="-340" dirty="0">
                <a:latin typeface="Malgun Gothic"/>
                <a:cs typeface="Malgun Gothic"/>
              </a:rPr>
              <a:t> </a:t>
            </a:r>
            <a:r>
              <a:rPr sz="2100" b="1" spc="-240" dirty="0">
                <a:latin typeface="Malgun Gothic"/>
                <a:cs typeface="Malgun Gothic"/>
              </a:rPr>
              <a:t>型</a:t>
            </a:r>
            <a:r>
              <a:rPr sz="2100" b="1" spc="-335" dirty="0">
                <a:latin typeface="Malgun Gothic"/>
                <a:cs typeface="Malgun Gothic"/>
              </a:rPr>
              <a:t> </a:t>
            </a:r>
            <a:r>
              <a:rPr sz="2100" b="1" spc="-50" dirty="0">
                <a:latin typeface="Malgun Gothic"/>
                <a:cs typeface="Malgun Gothic"/>
              </a:rPr>
              <a:t>：</a:t>
            </a:r>
            <a:r>
              <a:rPr sz="2100" b="1" dirty="0">
                <a:latin typeface="Malgun Gothic"/>
                <a:cs typeface="Malgun Gothic"/>
              </a:rPr>
              <a:t>	</a:t>
            </a:r>
            <a:r>
              <a:rPr sz="2100" spc="-240" dirty="0">
                <a:latin typeface="Microsoft JhengHei"/>
                <a:cs typeface="Microsoft JhengHei"/>
              </a:rPr>
              <a:t>⽅</a:t>
            </a:r>
            <a:r>
              <a:rPr sz="2100" spc="-135" dirty="0">
                <a:latin typeface="Microsoft JhengHei"/>
                <a:cs typeface="Microsoft JhengHei"/>
              </a:rPr>
              <a:t> </a:t>
            </a:r>
            <a:r>
              <a:rPr sz="2100" spc="-240" dirty="0">
                <a:latin typeface="SimSun"/>
                <a:cs typeface="SimSun"/>
              </a:rPr>
              <a:t>塊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狀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堅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固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身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軀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，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頭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240" dirty="0">
                <a:latin typeface="SimSun"/>
                <a:cs typeface="SimSun"/>
              </a:rPr>
              <a:t>部</a:t>
            </a:r>
            <a:r>
              <a:rPr sz="2100" spc="-660" dirty="0">
                <a:latin typeface="SimSun"/>
                <a:cs typeface="SimSun"/>
              </a:rPr>
              <a:t> </a:t>
            </a:r>
            <a:r>
              <a:rPr sz="2100" spc="-50" dirty="0">
                <a:latin typeface="SimSun"/>
                <a:cs typeface="SimSun"/>
              </a:rPr>
              <a:t>火</a:t>
            </a:r>
            <a:r>
              <a:rPr sz="2100" spc="-55" dirty="0">
                <a:latin typeface="SimSun"/>
                <a:cs typeface="SimSun"/>
              </a:rPr>
              <a:t>焰</a:t>
            </a:r>
            <a:r>
              <a:rPr sz="2100" spc="-240" dirty="0">
                <a:latin typeface="SimSun"/>
                <a:cs typeface="SimSun"/>
              </a:rPr>
              <a:t>，</a:t>
            </a:r>
            <a:r>
              <a:rPr sz="2100" spc="-740" dirty="0">
                <a:latin typeface="SimSun"/>
                <a:cs typeface="SimSun"/>
              </a:rPr>
              <a:t> </a:t>
            </a:r>
            <a:r>
              <a:rPr sz="2100" spc="-55" dirty="0">
                <a:latin typeface="SimSun"/>
                <a:cs typeface="SimSun"/>
              </a:rPr>
              <a:t>象徵影之沉重、堅定與警戒</a:t>
            </a:r>
            <a:r>
              <a:rPr sz="2100" spc="-50" dirty="0">
                <a:latin typeface="SimSun"/>
                <a:cs typeface="SimSun"/>
              </a:rPr>
              <a:t>。</a:t>
            </a:r>
            <a:endParaRPr sz="2100">
              <a:latin typeface="SimSun"/>
              <a:cs typeface="SimSun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35082" y="6120260"/>
            <a:ext cx="76200" cy="7619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839522" y="5950841"/>
            <a:ext cx="41459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1" spc="25" dirty="0">
                <a:latin typeface="Malgun Gothic"/>
                <a:cs typeface="Malgun Gothic"/>
              </a:rPr>
              <a:t>特徵： </a:t>
            </a:r>
            <a:r>
              <a:rPr sz="2100" dirty="0">
                <a:latin typeface="Microsoft JhengHei"/>
                <a:cs typeface="Microsoft JhengHei"/>
              </a:rPr>
              <a:t>⽩⾊</a:t>
            </a:r>
            <a:r>
              <a:rPr sz="2100" dirty="0">
                <a:latin typeface="SimSun"/>
                <a:cs typeface="SimSun"/>
              </a:rPr>
              <a:t>瞳孔與無表情嘴</a:t>
            </a:r>
            <a:r>
              <a:rPr sz="2100" dirty="0">
                <a:latin typeface="Microsoft JhengHei"/>
                <a:cs typeface="Microsoft JhengHei"/>
              </a:rPr>
              <a:t>⾓</a:t>
            </a:r>
            <a:r>
              <a:rPr sz="2100" spc="-370" dirty="0">
                <a:latin typeface="SimSun"/>
                <a:cs typeface="SimSun"/>
              </a:rPr>
              <a:t>， 傳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39522" y="6408041"/>
            <a:ext cx="290322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5" dirty="0">
                <a:latin typeface="SimSun"/>
                <a:cs typeface="SimSun"/>
              </a:rPr>
              <a:t>達警惕、沉穩與防禦性。</a:t>
            </a:r>
            <a:endParaRPr sz="2100">
              <a:latin typeface="SimSun"/>
              <a:cs typeface="SimSun"/>
            </a:endParaRPr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35082" y="7491860"/>
            <a:ext cx="76200" cy="761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3839522" y="7190464"/>
            <a:ext cx="4145915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0"/>
              </a:spcBef>
              <a:tabLst>
                <a:tab pos="975360" algn="l"/>
              </a:tabLst>
            </a:pPr>
            <a:r>
              <a:rPr sz="2100" b="1" spc="-45" dirty="0">
                <a:latin typeface="Malgun Gothic"/>
                <a:cs typeface="Malgun Gothic"/>
              </a:rPr>
              <a:t>配</a:t>
            </a:r>
            <a:r>
              <a:rPr sz="2100" b="1" spc="-45" dirty="0">
                <a:latin typeface="Microsoft JhengHei"/>
                <a:cs typeface="Microsoft JhengHei"/>
              </a:rPr>
              <a:t>⾊</a:t>
            </a:r>
            <a:r>
              <a:rPr sz="2100" b="1" spc="-50" dirty="0">
                <a:latin typeface="Malgun Gothic"/>
                <a:cs typeface="Malgun Gothic"/>
              </a:rPr>
              <a:t>：</a:t>
            </a:r>
            <a:r>
              <a:rPr sz="2100" b="1" dirty="0">
                <a:latin typeface="Malgun Gothic"/>
                <a:cs typeface="Malgun Gothic"/>
              </a:rPr>
              <a:t>	</a:t>
            </a:r>
            <a:r>
              <a:rPr sz="2100" spc="-45" dirty="0">
                <a:latin typeface="SimSun"/>
                <a:cs typeface="SimSun"/>
              </a:rPr>
              <a:t>獨特藍</a:t>
            </a:r>
            <a:r>
              <a:rPr sz="2100" spc="-45" dirty="0">
                <a:latin typeface="Microsoft JhengHei"/>
                <a:cs typeface="Microsoft JhengHei"/>
              </a:rPr>
              <a:t>⿊</a:t>
            </a:r>
            <a:r>
              <a:rPr sz="2100" spc="-45" dirty="0">
                <a:latin typeface="SimSun"/>
                <a:cs typeface="SimSun"/>
              </a:rPr>
              <a:t>漸變冷</a:t>
            </a:r>
            <a:r>
              <a:rPr sz="2100" spc="-45" dirty="0">
                <a:latin typeface="Microsoft JhengHei"/>
                <a:cs typeface="Microsoft JhengHei"/>
              </a:rPr>
              <a:t>⾊</a:t>
            </a:r>
            <a:r>
              <a:rPr sz="2100" spc="-45" dirty="0">
                <a:latin typeface="SimSun"/>
                <a:cs typeface="SimSun"/>
              </a:rPr>
              <a:t>調</a:t>
            </a:r>
            <a:r>
              <a:rPr sz="2100" spc="-240" dirty="0">
                <a:latin typeface="SimSun"/>
                <a:cs typeface="SimSun"/>
              </a:rPr>
              <a:t>，</a:t>
            </a:r>
            <a:r>
              <a:rPr sz="2100" spc="-840" dirty="0">
                <a:latin typeface="SimSun"/>
                <a:cs typeface="SimSun"/>
              </a:rPr>
              <a:t> </a:t>
            </a:r>
            <a:r>
              <a:rPr sz="2100" spc="-45" dirty="0">
                <a:latin typeface="SimSun"/>
                <a:cs typeface="SimSun"/>
              </a:rPr>
              <a:t>強</a:t>
            </a:r>
            <a:r>
              <a:rPr sz="2100" spc="-50" dirty="0">
                <a:latin typeface="Microsoft JhengHei"/>
                <a:cs typeface="Microsoft JhengHei"/>
              </a:rPr>
              <a:t>化</a:t>
            </a:r>
            <a:r>
              <a:rPr sz="2100" spc="-55" dirty="0">
                <a:latin typeface="SimSun"/>
                <a:cs typeface="SimSun"/>
              </a:rPr>
              <a:t>互補與陰影</a:t>
            </a:r>
            <a:r>
              <a:rPr sz="2100" spc="-55" dirty="0">
                <a:latin typeface="Microsoft JhengHei"/>
                <a:cs typeface="Microsoft JhengHei"/>
              </a:rPr>
              <a:t>的</a:t>
            </a:r>
            <a:r>
              <a:rPr sz="2100" spc="-55" dirty="0">
                <a:latin typeface="SimSun"/>
                <a:cs typeface="SimSun"/>
              </a:rPr>
              <a:t>深邃</a:t>
            </a:r>
            <a:r>
              <a:rPr sz="2100" spc="-55" dirty="0">
                <a:latin typeface="Microsoft JhengHei"/>
                <a:cs typeface="Microsoft JhengHei"/>
              </a:rPr>
              <a:t>⼒</a:t>
            </a:r>
            <a:r>
              <a:rPr sz="2100" spc="-55" dirty="0">
                <a:latin typeface="SimSun"/>
                <a:cs typeface="SimSun"/>
              </a:rPr>
              <a:t>量</a:t>
            </a:r>
            <a:r>
              <a:rPr sz="2100" spc="-50" dirty="0">
                <a:latin typeface="SimSun"/>
                <a:cs typeface="SimSun"/>
              </a:rPr>
              <a:t>。</a:t>
            </a:r>
            <a:endParaRPr sz="21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14471" y="2553517"/>
            <a:ext cx="12315825" cy="6924675"/>
            <a:chOff x="1814471" y="2553517"/>
            <a:chExt cx="12315825" cy="6924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471" y="2553517"/>
              <a:ext cx="12315823" cy="692467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9286" y="3383406"/>
              <a:ext cx="8950960" cy="5975350"/>
            </a:xfrm>
            <a:custGeom>
              <a:avLst/>
              <a:gdLst/>
              <a:ahLst/>
              <a:cxnLst/>
              <a:rect l="l" t="t" r="r" b="b"/>
              <a:pathLst>
                <a:path w="8950960" h="5975350">
                  <a:moveTo>
                    <a:pt x="66675" y="4610608"/>
                  </a:moveTo>
                  <a:lnTo>
                    <a:pt x="0" y="4610608"/>
                  </a:lnTo>
                  <a:lnTo>
                    <a:pt x="0" y="5010645"/>
                  </a:lnTo>
                  <a:lnTo>
                    <a:pt x="66675" y="5010645"/>
                  </a:lnTo>
                  <a:lnTo>
                    <a:pt x="66675" y="4610608"/>
                  </a:lnTo>
                  <a:close/>
                </a:path>
                <a:path w="8950960" h="5975350">
                  <a:moveTo>
                    <a:pt x="66675" y="4143883"/>
                  </a:moveTo>
                  <a:lnTo>
                    <a:pt x="0" y="4143883"/>
                  </a:lnTo>
                  <a:lnTo>
                    <a:pt x="0" y="4543933"/>
                  </a:lnTo>
                  <a:lnTo>
                    <a:pt x="66675" y="4543933"/>
                  </a:lnTo>
                  <a:lnTo>
                    <a:pt x="66675" y="4143883"/>
                  </a:lnTo>
                  <a:close/>
                </a:path>
                <a:path w="8950960" h="5975350">
                  <a:moveTo>
                    <a:pt x="68808" y="3683711"/>
                  </a:moveTo>
                  <a:lnTo>
                    <a:pt x="2527" y="3676993"/>
                  </a:lnTo>
                  <a:lnTo>
                    <a:pt x="2374" y="3677996"/>
                  </a:lnTo>
                  <a:lnTo>
                    <a:pt x="0" y="3726002"/>
                  </a:lnTo>
                  <a:lnTo>
                    <a:pt x="0" y="4077208"/>
                  </a:lnTo>
                  <a:lnTo>
                    <a:pt x="66675" y="4077208"/>
                  </a:lnTo>
                  <a:lnTo>
                    <a:pt x="66675" y="3726002"/>
                  </a:lnTo>
                  <a:lnTo>
                    <a:pt x="66802" y="3715410"/>
                  </a:lnTo>
                  <a:lnTo>
                    <a:pt x="67208" y="3704831"/>
                  </a:lnTo>
                  <a:lnTo>
                    <a:pt x="67868" y="3694265"/>
                  </a:lnTo>
                  <a:lnTo>
                    <a:pt x="68808" y="3683711"/>
                  </a:lnTo>
                  <a:close/>
                </a:path>
                <a:path w="8950960" h="5975350">
                  <a:moveTo>
                    <a:pt x="82372" y="5457888"/>
                  </a:moveTo>
                  <a:lnTo>
                    <a:pt x="75501" y="5429885"/>
                  </a:lnTo>
                  <a:lnTo>
                    <a:pt x="70599" y="5401615"/>
                  </a:lnTo>
                  <a:lnTo>
                    <a:pt x="67652" y="5373052"/>
                  </a:lnTo>
                  <a:lnTo>
                    <a:pt x="66675" y="5344236"/>
                  </a:lnTo>
                  <a:lnTo>
                    <a:pt x="66675" y="5077320"/>
                  </a:lnTo>
                  <a:lnTo>
                    <a:pt x="0" y="5077320"/>
                  </a:lnTo>
                  <a:lnTo>
                    <a:pt x="0" y="5344236"/>
                  </a:lnTo>
                  <a:lnTo>
                    <a:pt x="2374" y="5392242"/>
                  </a:lnTo>
                  <a:lnTo>
                    <a:pt x="9410" y="5439435"/>
                  </a:lnTo>
                  <a:lnTo>
                    <a:pt x="18567" y="5475871"/>
                  </a:lnTo>
                  <a:lnTo>
                    <a:pt x="82372" y="5457888"/>
                  </a:lnTo>
                  <a:close/>
                </a:path>
                <a:path w="8950960" h="5975350">
                  <a:moveTo>
                    <a:pt x="282041" y="3359759"/>
                  </a:moveTo>
                  <a:lnTo>
                    <a:pt x="249796" y="3301784"/>
                  </a:lnTo>
                  <a:lnTo>
                    <a:pt x="216255" y="3321850"/>
                  </a:lnTo>
                  <a:lnTo>
                    <a:pt x="177901" y="3350247"/>
                  </a:lnTo>
                  <a:lnTo>
                    <a:pt x="142278" y="3382518"/>
                  </a:lnTo>
                  <a:lnTo>
                    <a:pt x="110007" y="3418154"/>
                  </a:lnTo>
                  <a:lnTo>
                    <a:pt x="81610" y="3456508"/>
                  </a:lnTo>
                  <a:lnTo>
                    <a:pt x="57226" y="3497262"/>
                  </a:lnTo>
                  <a:lnTo>
                    <a:pt x="36969" y="3540112"/>
                  </a:lnTo>
                  <a:lnTo>
                    <a:pt x="20993" y="3584727"/>
                  </a:lnTo>
                  <a:lnTo>
                    <a:pt x="14274" y="3611473"/>
                  </a:lnTo>
                  <a:lnTo>
                    <a:pt x="78511" y="3627082"/>
                  </a:lnTo>
                  <a:lnTo>
                    <a:pt x="91833" y="3582619"/>
                  </a:lnTo>
                  <a:lnTo>
                    <a:pt x="109575" y="3540645"/>
                  </a:lnTo>
                  <a:lnTo>
                    <a:pt x="131762" y="3501161"/>
                  </a:lnTo>
                  <a:lnTo>
                    <a:pt x="158381" y="3464166"/>
                  </a:lnTo>
                  <a:lnTo>
                    <a:pt x="189420" y="3429660"/>
                  </a:lnTo>
                  <a:lnTo>
                    <a:pt x="233299" y="3391471"/>
                  </a:lnTo>
                  <a:lnTo>
                    <a:pt x="257060" y="3374809"/>
                  </a:lnTo>
                  <a:lnTo>
                    <a:pt x="282041" y="3359759"/>
                  </a:lnTo>
                  <a:close/>
                </a:path>
                <a:path w="8950960" h="5975350">
                  <a:moveTo>
                    <a:pt x="348373" y="5740158"/>
                  </a:moveTo>
                  <a:lnTo>
                    <a:pt x="304342" y="5722112"/>
                  </a:lnTo>
                  <a:lnTo>
                    <a:pt x="263182" y="5699493"/>
                  </a:lnTo>
                  <a:lnTo>
                    <a:pt x="224866" y="5672315"/>
                  </a:lnTo>
                  <a:lnTo>
                    <a:pt x="189420" y="5640578"/>
                  </a:lnTo>
                  <a:lnTo>
                    <a:pt x="162941" y="5611546"/>
                  </a:lnTo>
                  <a:lnTo>
                    <a:pt x="139509" y="5580456"/>
                  </a:lnTo>
                  <a:lnTo>
                    <a:pt x="119100" y="5547284"/>
                  </a:lnTo>
                  <a:lnTo>
                    <a:pt x="101739" y="5512041"/>
                  </a:lnTo>
                  <a:lnTo>
                    <a:pt x="40970" y="5538597"/>
                  </a:lnTo>
                  <a:lnTo>
                    <a:pt x="81610" y="5613730"/>
                  </a:lnTo>
                  <a:lnTo>
                    <a:pt x="110007" y="5652084"/>
                  </a:lnTo>
                  <a:lnTo>
                    <a:pt x="142278" y="5687720"/>
                  </a:lnTo>
                  <a:lnTo>
                    <a:pt x="177901" y="5719991"/>
                  </a:lnTo>
                  <a:lnTo>
                    <a:pt x="216255" y="5748388"/>
                  </a:lnTo>
                  <a:lnTo>
                    <a:pt x="257022" y="5772772"/>
                  </a:lnTo>
                  <a:lnTo>
                    <a:pt x="299872" y="5793016"/>
                  </a:lnTo>
                  <a:lnTo>
                    <a:pt x="326694" y="5802630"/>
                  </a:lnTo>
                  <a:lnTo>
                    <a:pt x="348373" y="5740158"/>
                  </a:lnTo>
                  <a:close/>
                </a:path>
                <a:path w="8950960" h="5975350">
                  <a:moveTo>
                    <a:pt x="790536" y="5763323"/>
                  </a:moveTo>
                  <a:lnTo>
                    <a:pt x="485762" y="5763323"/>
                  </a:lnTo>
                  <a:lnTo>
                    <a:pt x="465162" y="5762815"/>
                  </a:lnTo>
                  <a:lnTo>
                    <a:pt x="444652" y="5761304"/>
                  </a:lnTo>
                  <a:lnTo>
                    <a:pt x="424256" y="5758789"/>
                  </a:lnTo>
                  <a:lnTo>
                    <a:pt x="403961" y="5755259"/>
                  </a:lnTo>
                  <a:lnTo>
                    <a:pt x="390944" y="5820638"/>
                  </a:lnTo>
                  <a:lnTo>
                    <a:pt x="437743" y="5827623"/>
                  </a:lnTo>
                  <a:lnTo>
                    <a:pt x="485762" y="5829998"/>
                  </a:lnTo>
                  <a:lnTo>
                    <a:pt x="790536" y="5829998"/>
                  </a:lnTo>
                  <a:lnTo>
                    <a:pt x="790536" y="5763323"/>
                  </a:lnTo>
                  <a:close/>
                </a:path>
                <a:path w="8950960" h="5975350">
                  <a:moveTo>
                    <a:pt x="885812" y="3240240"/>
                  </a:moveTo>
                  <a:lnTo>
                    <a:pt x="485762" y="3240240"/>
                  </a:lnTo>
                  <a:lnTo>
                    <a:pt x="437743" y="3242614"/>
                  </a:lnTo>
                  <a:lnTo>
                    <a:pt x="390550" y="3249663"/>
                  </a:lnTo>
                  <a:lnTo>
                    <a:pt x="344487" y="3261233"/>
                  </a:lnTo>
                  <a:lnTo>
                    <a:pt x="310121" y="3273539"/>
                  </a:lnTo>
                  <a:lnTo>
                    <a:pt x="334098" y="3335312"/>
                  </a:lnTo>
                  <a:lnTo>
                    <a:pt x="371017" y="3322891"/>
                  </a:lnTo>
                  <a:lnTo>
                    <a:pt x="408597" y="3314014"/>
                  </a:lnTo>
                  <a:lnTo>
                    <a:pt x="446849" y="3308693"/>
                  </a:lnTo>
                  <a:lnTo>
                    <a:pt x="485762" y="3306915"/>
                  </a:lnTo>
                  <a:lnTo>
                    <a:pt x="885812" y="3306915"/>
                  </a:lnTo>
                  <a:lnTo>
                    <a:pt x="885812" y="3240240"/>
                  </a:lnTo>
                  <a:close/>
                </a:path>
                <a:path w="8950960" h="5975350">
                  <a:moveTo>
                    <a:pt x="1257261" y="5763323"/>
                  </a:moveTo>
                  <a:lnTo>
                    <a:pt x="857211" y="5763323"/>
                  </a:lnTo>
                  <a:lnTo>
                    <a:pt x="857211" y="5829998"/>
                  </a:lnTo>
                  <a:lnTo>
                    <a:pt x="1257261" y="5829998"/>
                  </a:lnTo>
                  <a:lnTo>
                    <a:pt x="1257261" y="5763323"/>
                  </a:lnTo>
                  <a:close/>
                </a:path>
                <a:path w="8950960" h="5975350">
                  <a:moveTo>
                    <a:pt x="1352537" y="3240240"/>
                  </a:moveTo>
                  <a:lnTo>
                    <a:pt x="952487" y="3240240"/>
                  </a:lnTo>
                  <a:lnTo>
                    <a:pt x="952487" y="3306915"/>
                  </a:lnTo>
                  <a:lnTo>
                    <a:pt x="1352537" y="3306915"/>
                  </a:lnTo>
                  <a:lnTo>
                    <a:pt x="1352537" y="3240240"/>
                  </a:lnTo>
                  <a:close/>
                </a:path>
                <a:path w="8950960" h="5975350">
                  <a:moveTo>
                    <a:pt x="1723986" y="5763323"/>
                  </a:moveTo>
                  <a:lnTo>
                    <a:pt x="1323936" y="5763323"/>
                  </a:lnTo>
                  <a:lnTo>
                    <a:pt x="1323936" y="5829998"/>
                  </a:lnTo>
                  <a:lnTo>
                    <a:pt x="1723986" y="5829998"/>
                  </a:lnTo>
                  <a:lnTo>
                    <a:pt x="1723986" y="5763323"/>
                  </a:lnTo>
                  <a:close/>
                </a:path>
                <a:path w="8950960" h="5975350">
                  <a:moveTo>
                    <a:pt x="1819262" y="3240240"/>
                  </a:moveTo>
                  <a:lnTo>
                    <a:pt x="1419212" y="3240240"/>
                  </a:lnTo>
                  <a:lnTo>
                    <a:pt x="1419212" y="3306915"/>
                  </a:lnTo>
                  <a:lnTo>
                    <a:pt x="1819262" y="3306915"/>
                  </a:lnTo>
                  <a:lnTo>
                    <a:pt x="1819262" y="3240240"/>
                  </a:lnTo>
                  <a:close/>
                </a:path>
                <a:path w="8950960" h="5975350">
                  <a:moveTo>
                    <a:pt x="2190712" y="5763323"/>
                  </a:moveTo>
                  <a:lnTo>
                    <a:pt x="1790661" y="5763323"/>
                  </a:lnTo>
                  <a:lnTo>
                    <a:pt x="1790661" y="5829998"/>
                  </a:lnTo>
                  <a:lnTo>
                    <a:pt x="2190712" y="5829998"/>
                  </a:lnTo>
                  <a:lnTo>
                    <a:pt x="2190712" y="5763323"/>
                  </a:lnTo>
                  <a:close/>
                </a:path>
                <a:path w="8950960" h="5975350">
                  <a:moveTo>
                    <a:pt x="2285987" y="3240240"/>
                  </a:moveTo>
                  <a:lnTo>
                    <a:pt x="1885937" y="3240240"/>
                  </a:lnTo>
                  <a:lnTo>
                    <a:pt x="1885937" y="3306915"/>
                  </a:lnTo>
                  <a:lnTo>
                    <a:pt x="2285987" y="3306915"/>
                  </a:lnTo>
                  <a:lnTo>
                    <a:pt x="2285987" y="3240240"/>
                  </a:lnTo>
                  <a:close/>
                </a:path>
                <a:path w="8950960" h="5975350">
                  <a:moveTo>
                    <a:pt x="2657437" y="5763323"/>
                  </a:moveTo>
                  <a:lnTo>
                    <a:pt x="2257387" y="5763323"/>
                  </a:lnTo>
                  <a:lnTo>
                    <a:pt x="2257387" y="5829998"/>
                  </a:lnTo>
                  <a:lnTo>
                    <a:pt x="2657437" y="5829998"/>
                  </a:lnTo>
                  <a:lnTo>
                    <a:pt x="2657437" y="5763323"/>
                  </a:lnTo>
                  <a:close/>
                </a:path>
                <a:path w="8950960" h="5975350">
                  <a:moveTo>
                    <a:pt x="2752712" y="3240240"/>
                  </a:moveTo>
                  <a:lnTo>
                    <a:pt x="2352662" y="3240240"/>
                  </a:lnTo>
                  <a:lnTo>
                    <a:pt x="2352662" y="3306915"/>
                  </a:lnTo>
                  <a:lnTo>
                    <a:pt x="2752712" y="3306915"/>
                  </a:lnTo>
                  <a:lnTo>
                    <a:pt x="2752712" y="3240240"/>
                  </a:lnTo>
                  <a:close/>
                </a:path>
                <a:path w="8950960" h="5975350">
                  <a:moveTo>
                    <a:pt x="3124162" y="5763323"/>
                  </a:moveTo>
                  <a:lnTo>
                    <a:pt x="2724112" y="5763323"/>
                  </a:lnTo>
                  <a:lnTo>
                    <a:pt x="2724112" y="5829998"/>
                  </a:lnTo>
                  <a:lnTo>
                    <a:pt x="3124162" y="5829998"/>
                  </a:lnTo>
                  <a:lnTo>
                    <a:pt x="3124162" y="5763323"/>
                  </a:lnTo>
                  <a:close/>
                </a:path>
                <a:path w="8950960" h="5975350">
                  <a:moveTo>
                    <a:pt x="3219437" y="3240240"/>
                  </a:moveTo>
                  <a:lnTo>
                    <a:pt x="2819387" y="3240240"/>
                  </a:lnTo>
                  <a:lnTo>
                    <a:pt x="2819387" y="3306915"/>
                  </a:lnTo>
                  <a:lnTo>
                    <a:pt x="3219437" y="3306915"/>
                  </a:lnTo>
                  <a:lnTo>
                    <a:pt x="3219437" y="3240240"/>
                  </a:lnTo>
                  <a:close/>
                </a:path>
                <a:path w="8950960" h="5975350">
                  <a:moveTo>
                    <a:pt x="3590887" y="5763323"/>
                  </a:moveTo>
                  <a:lnTo>
                    <a:pt x="3190837" y="5763323"/>
                  </a:lnTo>
                  <a:lnTo>
                    <a:pt x="3190837" y="5829998"/>
                  </a:lnTo>
                  <a:lnTo>
                    <a:pt x="3590887" y="5829998"/>
                  </a:lnTo>
                  <a:lnTo>
                    <a:pt x="3590887" y="5763323"/>
                  </a:lnTo>
                  <a:close/>
                </a:path>
                <a:path w="8950960" h="5975350">
                  <a:moveTo>
                    <a:pt x="3686162" y="3240240"/>
                  </a:moveTo>
                  <a:lnTo>
                    <a:pt x="3286112" y="3240240"/>
                  </a:lnTo>
                  <a:lnTo>
                    <a:pt x="3286112" y="3306915"/>
                  </a:lnTo>
                  <a:lnTo>
                    <a:pt x="3686162" y="3306915"/>
                  </a:lnTo>
                  <a:lnTo>
                    <a:pt x="3686162" y="3240240"/>
                  </a:lnTo>
                  <a:close/>
                </a:path>
                <a:path w="8950960" h="5975350">
                  <a:moveTo>
                    <a:pt x="4057612" y="5763323"/>
                  </a:moveTo>
                  <a:lnTo>
                    <a:pt x="3657562" y="5763323"/>
                  </a:lnTo>
                  <a:lnTo>
                    <a:pt x="3657562" y="5829998"/>
                  </a:lnTo>
                  <a:lnTo>
                    <a:pt x="4057612" y="5829998"/>
                  </a:lnTo>
                  <a:lnTo>
                    <a:pt x="4057612" y="5763323"/>
                  </a:lnTo>
                  <a:close/>
                </a:path>
                <a:path w="8950960" h="5975350">
                  <a:moveTo>
                    <a:pt x="4152887" y="3240240"/>
                  </a:moveTo>
                  <a:lnTo>
                    <a:pt x="3752837" y="3240240"/>
                  </a:lnTo>
                  <a:lnTo>
                    <a:pt x="3752837" y="3306915"/>
                  </a:lnTo>
                  <a:lnTo>
                    <a:pt x="4152887" y="3306915"/>
                  </a:lnTo>
                  <a:lnTo>
                    <a:pt x="4152887" y="3240240"/>
                  </a:lnTo>
                  <a:close/>
                </a:path>
                <a:path w="8950960" h="5975350">
                  <a:moveTo>
                    <a:pt x="4524337" y="5763323"/>
                  </a:moveTo>
                  <a:lnTo>
                    <a:pt x="4124287" y="5763323"/>
                  </a:lnTo>
                  <a:lnTo>
                    <a:pt x="4124287" y="5829998"/>
                  </a:lnTo>
                  <a:lnTo>
                    <a:pt x="4524337" y="5829998"/>
                  </a:lnTo>
                  <a:lnTo>
                    <a:pt x="4524337" y="5763323"/>
                  </a:lnTo>
                  <a:close/>
                </a:path>
                <a:path w="8950960" h="5975350">
                  <a:moveTo>
                    <a:pt x="4619612" y="3240240"/>
                  </a:moveTo>
                  <a:lnTo>
                    <a:pt x="4219562" y="3240240"/>
                  </a:lnTo>
                  <a:lnTo>
                    <a:pt x="4219562" y="3306915"/>
                  </a:lnTo>
                  <a:lnTo>
                    <a:pt x="4619612" y="3306915"/>
                  </a:lnTo>
                  <a:lnTo>
                    <a:pt x="4619612" y="3240240"/>
                  </a:lnTo>
                  <a:close/>
                </a:path>
                <a:path w="8950960" h="5975350">
                  <a:moveTo>
                    <a:pt x="4990693" y="5821438"/>
                  </a:moveTo>
                  <a:lnTo>
                    <a:pt x="4978451" y="5756160"/>
                  </a:lnTo>
                  <a:lnTo>
                    <a:pt x="4959299" y="5759297"/>
                  </a:lnTo>
                  <a:lnTo>
                    <a:pt x="4940046" y="5761533"/>
                  </a:lnTo>
                  <a:lnTo>
                    <a:pt x="4920704" y="5762879"/>
                  </a:lnTo>
                  <a:lnTo>
                    <a:pt x="4901285" y="5763323"/>
                  </a:lnTo>
                  <a:lnTo>
                    <a:pt x="4591012" y="5763323"/>
                  </a:lnTo>
                  <a:lnTo>
                    <a:pt x="4591012" y="5829998"/>
                  </a:lnTo>
                  <a:lnTo>
                    <a:pt x="4901285" y="5829998"/>
                  </a:lnTo>
                  <a:lnTo>
                    <a:pt x="4949291" y="5827623"/>
                  </a:lnTo>
                  <a:lnTo>
                    <a:pt x="4990693" y="5821438"/>
                  </a:lnTo>
                  <a:close/>
                </a:path>
                <a:path w="8950960" h="5975350">
                  <a:moveTo>
                    <a:pt x="5082095" y="3275393"/>
                  </a:moveTo>
                  <a:lnTo>
                    <a:pt x="5042560" y="3261233"/>
                  </a:lnTo>
                  <a:lnTo>
                    <a:pt x="4996497" y="3249663"/>
                  </a:lnTo>
                  <a:lnTo>
                    <a:pt x="4949291" y="3242614"/>
                  </a:lnTo>
                  <a:lnTo>
                    <a:pt x="4901285" y="3240240"/>
                  </a:lnTo>
                  <a:lnTo>
                    <a:pt x="4686287" y="3240240"/>
                  </a:lnTo>
                  <a:lnTo>
                    <a:pt x="4686287" y="3306915"/>
                  </a:lnTo>
                  <a:lnTo>
                    <a:pt x="4901285" y="3306915"/>
                  </a:lnTo>
                  <a:lnTo>
                    <a:pt x="4941392" y="3308794"/>
                  </a:lnTo>
                  <a:lnTo>
                    <a:pt x="4980775" y="3314446"/>
                  </a:lnTo>
                  <a:lnTo>
                    <a:pt x="5019421" y="3323869"/>
                  </a:lnTo>
                  <a:lnTo>
                    <a:pt x="5057343" y="3337052"/>
                  </a:lnTo>
                  <a:lnTo>
                    <a:pt x="5082095" y="3275393"/>
                  </a:lnTo>
                  <a:close/>
                </a:path>
                <a:path w="8950960" h="5975350">
                  <a:moveTo>
                    <a:pt x="5220119" y="2466149"/>
                  </a:moveTo>
                  <a:lnTo>
                    <a:pt x="5153444" y="2466149"/>
                  </a:lnTo>
                  <a:lnTo>
                    <a:pt x="5153444" y="2866199"/>
                  </a:lnTo>
                  <a:lnTo>
                    <a:pt x="5220119" y="2866199"/>
                  </a:lnTo>
                  <a:lnTo>
                    <a:pt x="5220119" y="2466149"/>
                  </a:lnTo>
                  <a:close/>
                </a:path>
                <a:path w="8950960" h="5975350">
                  <a:moveTo>
                    <a:pt x="5220119" y="1999424"/>
                  </a:moveTo>
                  <a:lnTo>
                    <a:pt x="5153444" y="1999424"/>
                  </a:lnTo>
                  <a:lnTo>
                    <a:pt x="5153444" y="2399474"/>
                  </a:lnTo>
                  <a:lnTo>
                    <a:pt x="5220119" y="2399474"/>
                  </a:lnTo>
                  <a:lnTo>
                    <a:pt x="5220119" y="1999424"/>
                  </a:lnTo>
                  <a:close/>
                </a:path>
                <a:path w="8950960" h="5975350">
                  <a:moveTo>
                    <a:pt x="5220119" y="1532699"/>
                  </a:moveTo>
                  <a:lnTo>
                    <a:pt x="5153444" y="1532699"/>
                  </a:lnTo>
                  <a:lnTo>
                    <a:pt x="5153444" y="1932749"/>
                  </a:lnTo>
                  <a:lnTo>
                    <a:pt x="5220119" y="1932749"/>
                  </a:lnTo>
                  <a:lnTo>
                    <a:pt x="5220119" y="1532699"/>
                  </a:lnTo>
                  <a:close/>
                </a:path>
                <a:path w="8950960" h="5975350">
                  <a:moveTo>
                    <a:pt x="5220119" y="1065974"/>
                  </a:moveTo>
                  <a:lnTo>
                    <a:pt x="5153444" y="1065974"/>
                  </a:lnTo>
                  <a:lnTo>
                    <a:pt x="5153444" y="1466024"/>
                  </a:lnTo>
                  <a:lnTo>
                    <a:pt x="5220119" y="1466024"/>
                  </a:lnTo>
                  <a:lnTo>
                    <a:pt x="5220119" y="1065974"/>
                  </a:lnTo>
                  <a:close/>
                </a:path>
                <a:path w="8950960" h="5975350">
                  <a:moveTo>
                    <a:pt x="5220119" y="599249"/>
                  </a:moveTo>
                  <a:lnTo>
                    <a:pt x="5153444" y="599249"/>
                  </a:lnTo>
                  <a:lnTo>
                    <a:pt x="5153444" y="999299"/>
                  </a:lnTo>
                  <a:lnTo>
                    <a:pt x="5220119" y="999299"/>
                  </a:lnTo>
                  <a:lnTo>
                    <a:pt x="5220119" y="599249"/>
                  </a:lnTo>
                  <a:close/>
                </a:path>
                <a:path w="8950960" h="5975350">
                  <a:moveTo>
                    <a:pt x="5250650" y="157060"/>
                  </a:moveTo>
                  <a:lnTo>
                    <a:pt x="5194439" y="121196"/>
                  </a:lnTo>
                  <a:lnTo>
                    <a:pt x="5176507" y="154076"/>
                  </a:lnTo>
                  <a:lnTo>
                    <a:pt x="5163693" y="188493"/>
                  </a:lnTo>
                  <a:lnTo>
                    <a:pt x="5156009" y="224447"/>
                  </a:lnTo>
                  <a:lnTo>
                    <a:pt x="5153444" y="261937"/>
                  </a:lnTo>
                  <a:lnTo>
                    <a:pt x="5153444" y="532574"/>
                  </a:lnTo>
                  <a:lnTo>
                    <a:pt x="5220119" y="532574"/>
                  </a:lnTo>
                  <a:lnTo>
                    <a:pt x="5220119" y="261937"/>
                  </a:lnTo>
                  <a:lnTo>
                    <a:pt x="5222024" y="233997"/>
                  </a:lnTo>
                  <a:lnTo>
                    <a:pt x="5227752" y="207200"/>
                  </a:lnTo>
                  <a:lnTo>
                    <a:pt x="5237289" y="181546"/>
                  </a:lnTo>
                  <a:lnTo>
                    <a:pt x="5250650" y="157060"/>
                  </a:lnTo>
                  <a:close/>
                </a:path>
                <a:path w="8950960" h="5975350">
                  <a:moveTo>
                    <a:pt x="5343728" y="5543562"/>
                  </a:moveTo>
                  <a:lnTo>
                    <a:pt x="5283390" y="5516372"/>
                  </a:lnTo>
                  <a:lnTo>
                    <a:pt x="5266207" y="5550370"/>
                  </a:lnTo>
                  <a:lnTo>
                    <a:pt x="5246192" y="5582399"/>
                  </a:lnTo>
                  <a:lnTo>
                    <a:pt x="5197627" y="5640578"/>
                  </a:lnTo>
                  <a:lnTo>
                    <a:pt x="5161229" y="5673064"/>
                  </a:lnTo>
                  <a:lnTo>
                    <a:pt x="5121859" y="5700750"/>
                  </a:lnTo>
                  <a:lnTo>
                    <a:pt x="5079517" y="5723636"/>
                  </a:lnTo>
                  <a:lnTo>
                    <a:pt x="5034191" y="5741695"/>
                  </a:lnTo>
                  <a:lnTo>
                    <a:pt x="5055184" y="5804484"/>
                  </a:lnTo>
                  <a:lnTo>
                    <a:pt x="5130025" y="5772772"/>
                  </a:lnTo>
                  <a:lnTo>
                    <a:pt x="5170792" y="5748388"/>
                  </a:lnTo>
                  <a:lnTo>
                    <a:pt x="5209146" y="5719991"/>
                  </a:lnTo>
                  <a:lnTo>
                    <a:pt x="5244770" y="5687720"/>
                  </a:lnTo>
                  <a:lnTo>
                    <a:pt x="5277040" y="5652084"/>
                  </a:lnTo>
                  <a:lnTo>
                    <a:pt x="5305437" y="5613730"/>
                  </a:lnTo>
                  <a:lnTo>
                    <a:pt x="5329821" y="5572976"/>
                  </a:lnTo>
                  <a:lnTo>
                    <a:pt x="5343728" y="5543562"/>
                  </a:lnTo>
                  <a:close/>
                </a:path>
                <a:path w="8950960" h="5975350">
                  <a:moveTo>
                    <a:pt x="5374119" y="3616807"/>
                  </a:moveTo>
                  <a:lnTo>
                    <a:pt x="5350078" y="3540112"/>
                  </a:lnTo>
                  <a:lnTo>
                    <a:pt x="5329821" y="3497262"/>
                  </a:lnTo>
                  <a:lnTo>
                    <a:pt x="5305437" y="3456508"/>
                  </a:lnTo>
                  <a:lnTo>
                    <a:pt x="5277040" y="3418154"/>
                  </a:lnTo>
                  <a:lnTo>
                    <a:pt x="5244770" y="3382518"/>
                  </a:lnTo>
                  <a:lnTo>
                    <a:pt x="5209146" y="3350247"/>
                  </a:lnTo>
                  <a:lnTo>
                    <a:pt x="5185740" y="3332924"/>
                  </a:lnTo>
                  <a:lnTo>
                    <a:pt x="5220119" y="3332924"/>
                  </a:lnTo>
                  <a:lnTo>
                    <a:pt x="5220119" y="2932874"/>
                  </a:lnTo>
                  <a:lnTo>
                    <a:pt x="5153444" y="2932874"/>
                  </a:lnTo>
                  <a:lnTo>
                    <a:pt x="5153444" y="3311474"/>
                  </a:lnTo>
                  <a:lnTo>
                    <a:pt x="5141963" y="3304603"/>
                  </a:lnTo>
                  <a:lnTo>
                    <a:pt x="5109134" y="3362083"/>
                  </a:lnTo>
                  <a:lnTo>
                    <a:pt x="5132946" y="3376752"/>
                  </a:lnTo>
                  <a:lnTo>
                    <a:pt x="5155641" y="3392906"/>
                  </a:lnTo>
                  <a:lnTo>
                    <a:pt x="5197627" y="3429660"/>
                  </a:lnTo>
                  <a:lnTo>
                    <a:pt x="5229301" y="3464928"/>
                  </a:lnTo>
                  <a:lnTo>
                    <a:pt x="5256327" y="3502774"/>
                  </a:lnTo>
                  <a:lnTo>
                    <a:pt x="5278729" y="3543185"/>
                  </a:lnTo>
                  <a:lnTo>
                    <a:pt x="5296497" y="3586162"/>
                  </a:lnTo>
                  <a:lnTo>
                    <a:pt x="5309628" y="3631704"/>
                  </a:lnTo>
                  <a:lnTo>
                    <a:pt x="5374119" y="3616807"/>
                  </a:lnTo>
                  <a:close/>
                </a:path>
                <a:path w="8950960" h="5975350">
                  <a:moveTo>
                    <a:pt x="5387048" y="5082819"/>
                  </a:moveTo>
                  <a:lnTo>
                    <a:pt x="5320373" y="5082819"/>
                  </a:lnTo>
                  <a:lnTo>
                    <a:pt x="5320373" y="5344236"/>
                  </a:lnTo>
                  <a:lnTo>
                    <a:pt x="5319319" y="5374246"/>
                  </a:lnTo>
                  <a:lnTo>
                    <a:pt x="5316118" y="5403964"/>
                  </a:lnTo>
                  <a:lnTo>
                    <a:pt x="5310810" y="5433365"/>
                  </a:lnTo>
                  <a:lnTo>
                    <a:pt x="5303355" y="5462448"/>
                  </a:lnTo>
                  <a:lnTo>
                    <a:pt x="5367134" y="5481205"/>
                  </a:lnTo>
                  <a:lnTo>
                    <a:pt x="5377637" y="5439435"/>
                  </a:lnTo>
                  <a:lnTo>
                    <a:pt x="5384673" y="5392242"/>
                  </a:lnTo>
                  <a:lnTo>
                    <a:pt x="5387048" y="5344236"/>
                  </a:lnTo>
                  <a:lnTo>
                    <a:pt x="5387048" y="5082819"/>
                  </a:lnTo>
                  <a:close/>
                </a:path>
                <a:path w="8950960" h="5975350">
                  <a:moveTo>
                    <a:pt x="5387048" y="4616094"/>
                  </a:moveTo>
                  <a:lnTo>
                    <a:pt x="5320373" y="4616094"/>
                  </a:lnTo>
                  <a:lnTo>
                    <a:pt x="5320373" y="5016144"/>
                  </a:lnTo>
                  <a:lnTo>
                    <a:pt x="5387048" y="5016144"/>
                  </a:lnTo>
                  <a:lnTo>
                    <a:pt x="5387048" y="4616094"/>
                  </a:lnTo>
                  <a:close/>
                </a:path>
                <a:path w="8950960" h="5975350">
                  <a:moveTo>
                    <a:pt x="5387048" y="4149369"/>
                  </a:moveTo>
                  <a:lnTo>
                    <a:pt x="5320373" y="4149369"/>
                  </a:lnTo>
                  <a:lnTo>
                    <a:pt x="5320373" y="4549419"/>
                  </a:lnTo>
                  <a:lnTo>
                    <a:pt x="5387048" y="4549419"/>
                  </a:lnTo>
                  <a:lnTo>
                    <a:pt x="5387048" y="4149369"/>
                  </a:lnTo>
                  <a:close/>
                </a:path>
                <a:path w="8950960" h="5975350">
                  <a:moveTo>
                    <a:pt x="5387048" y="3726002"/>
                  </a:moveTo>
                  <a:lnTo>
                    <a:pt x="5384901" y="3682466"/>
                  </a:lnTo>
                  <a:lnTo>
                    <a:pt x="5318684" y="3688435"/>
                  </a:lnTo>
                  <a:lnTo>
                    <a:pt x="5319433" y="3697808"/>
                  </a:lnTo>
                  <a:lnTo>
                    <a:pt x="5319954" y="3707193"/>
                  </a:lnTo>
                  <a:lnTo>
                    <a:pt x="5320271" y="3716591"/>
                  </a:lnTo>
                  <a:lnTo>
                    <a:pt x="5320373" y="4082694"/>
                  </a:lnTo>
                  <a:lnTo>
                    <a:pt x="5387048" y="4082694"/>
                  </a:lnTo>
                  <a:lnTo>
                    <a:pt x="5387048" y="3726002"/>
                  </a:lnTo>
                  <a:close/>
                </a:path>
                <a:path w="8950960" h="5975350">
                  <a:moveTo>
                    <a:pt x="5653379" y="0"/>
                  </a:moveTo>
                  <a:lnTo>
                    <a:pt x="5415381" y="0"/>
                  </a:lnTo>
                  <a:lnTo>
                    <a:pt x="5368150" y="3975"/>
                  </a:lnTo>
                  <a:lnTo>
                    <a:pt x="5323891" y="15900"/>
                  </a:lnTo>
                  <a:lnTo>
                    <a:pt x="5282603" y="35775"/>
                  </a:lnTo>
                  <a:lnTo>
                    <a:pt x="5244287" y="63601"/>
                  </a:lnTo>
                  <a:lnTo>
                    <a:pt x="5287861" y="114071"/>
                  </a:lnTo>
                  <a:lnTo>
                    <a:pt x="5316410" y="93332"/>
                  </a:lnTo>
                  <a:lnTo>
                    <a:pt x="5347182" y="78524"/>
                  </a:lnTo>
                  <a:lnTo>
                    <a:pt x="5380177" y="69646"/>
                  </a:lnTo>
                  <a:lnTo>
                    <a:pt x="5415381" y="66675"/>
                  </a:lnTo>
                  <a:lnTo>
                    <a:pt x="5653379" y="66675"/>
                  </a:lnTo>
                  <a:lnTo>
                    <a:pt x="5653379" y="0"/>
                  </a:lnTo>
                  <a:close/>
                </a:path>
                <a:path w="8950960" h="5975350">
                  <a:moveTo>
                    <a:pt x="6120104" y="0"/>
                  </a:moveTo>
                  <a:lnTo>
                    <a:pt x="5720054" y="0"/>
                  </a:lnTo>
                  <a:lnTo>
                    <a:pt x="5720054" y="66675"/>
                  </a:lnTo>
                  <a:lnTo>
                    <a:pt x="6120104" y="66675"/>
                  </a:lnTo>
                  <a:lnTo>
                    <a:pt x="6120104" y="0"/>
                  </a:lnTo>
                  <a:close/>
                </a:path>
                <a:path w="8950960" h="5975350">
                  <a:moveTo>
                    <a:pt x="6586829" y="0"/>
                  </a:moveTo>
                  <a:lnTo>
                    <a:pt x="6186779" y="0"/>
                  </a:lnTo>
                  <a:lnTo>
                    <a:pt x="6186779" y="66675"/>
                  </a:lnTo>
                  <a:lnTo>
                    <a:pt x="6586829" y="66675"/>
                  </a:lnTo>
                  <a:lnTo>
                    <a:pt x="6586829" y="0"/>
                  </a:lnTo>
                  <a:close/>
                </a:path>
                <a:path w="8950960" h="5975350">
                  <a:moveTo>
                    <a:pt x="7053554" y="0"/>
                  </a:moveTo>
                  <a:lnTo>
                    <a:pt x="6653504" y="0"/>
                  </a:lnTo>
                  <a:lnTo>
                    <a:pt x="6653504" y="66675"/>
                  </a:lnTo>
                  <a:lnTo>
                    <a:pt x="7053554" y="66675"/>
                  </a:lnTo>
                  <a:lnTo>
                    <a:pt x="7053554" y="0"/>
                  </a:lnTo>
                  <a:close/>
                </a:path>
                <a:path w="8950960" h="5975350">
                  <a:moveTo>
                    <a:pt x="7467486" y="5819851"/>
                  </a:moveTo>
                  <a:lnTo>
                    <a:pt x="7434694" y="5785536"/>
                  </a:lnTo>
                  <a:lnTo>
                    <a:pt x="7407859" y="5748591"/>
                  </a:lnTo>
                  <a:lnTo>
                    <a:pt x="7386980" y="5709056"/>
                  </a:lnTo>
                  <a:lnTo>
                    <a:pt x="7372070" y="5666918"/>
                  </a:lnTo>
                  <a:lnTo>
                    <a:pt x="7363130" y="5622163"/>
                  </a:lnTo>
                  <a:lnTo>
                    <a:pt x="7363092" y="5621464"/>
                  </a:lnTo>
                  <a:lnTo>
                    <a:pt x="7360145" y="5574804"/>
                  </a:lnTo>
                  <a:lnTo>
                    <a:pt x="7360463" y="5560034"/>
                  </a:lnTo>
                  <a:lnTo>
                    <a:pt x="7361428" y="5545366"/>
                  </a:lnTo>
                  <a:lnTo>
                    <a:pt x="7363028" y="5530774"/>
                  </a:lnTo>
                  <a:lnTo>
                    <a:pt x="7365263" y="5516283"/>
                  </a:lnTo>
                  <a:lnTo>
                    <a:pt x="7300252" y="5504789"/>
                  </a:lnTo>
                  <a:lnTo>
                    <a:pt x="7296163" y="5528157"/>
                  </a:lnTo>
                  <a:lnTo>
                    <a:pt x="7293470" y="5574804"/>
                  </a:lnTo>
                  <a:lnTo>
                    <a:pt x="7296163" y="5621464"/>
                  </a:lnTo>
                  <a:lnTo>
                    <a:pt x="7296290" y="5622163"/>
                  </a:lnTo>
                  <a:lnTo>
                    <a:pt x="7304037" y="5666537"/>
                  </a:lnTo>
                  <a:lnTo>
                    <a:pt x="7304151" y="5666918"/>
                  </a:lnTo>
                  <a:lnTo>
                    <a:pt x="7316800" y="5709729"/>
                  </a:lnTo>
                  <a:lnTo>
                    <a:pt x="7334136" y="5750738"/>
                  </a:lnTo>
                  <a:lnTo>
                    <a:pt x="7355764" y="5789269"/>
                  </a:lnTo>
                  <a:lnTo>
                    <a:pt x="7381367" y="5825020"/>
                  </a:lnTo>
                  <a:lnTo>
                    <a:pt x="7410640" y="5857684"/>
                  </a:lnTo>
                  <a:lnTo>
                    <a:pt x="7422642" y="5868441"/>
                  </a:lnTo>
                  <a:lnTo>
                    <a:pt x="7467486" y="5819851"/>
                  </a:lnTo>
                  <a:close/>
                </a:path>
                <a:path w="8950960" h="5975350">
                  <a:moveTo>
                    <a:pt x="7520279" y="0"/>
                  </a:moveTo>
                  <a:lnTo>
                    <a:pt x="7120229" y="0"/>
                  </a:lnTo>
                  <a:lnTo>
                    <a:pt x="7120229" y="66675"/>
                  </a:lnTo>
                  <a:lnTo>
                    <a:pt x="7520279" y="66675"/>
                  </a:lnTo>
                  <a:lnTo>
                    <a:pt x="7520279" y="0"/>
                  </a:lnTo>
                  <a:close/>
                </a:path>
                <a:path w="8950960" h="5975350">
                  <a:moveTo>
                    <a:pt x="7618438" y="5249913"/>
                  </a:moveTo>
                  <a:lnTo>
                    <a:pt x="7603503" y="5185029"/>
                  </a:lnTo>
                  <a:lnTo>
                    <a:pt x="7601801" y="5185321"/>
                  </a:lnTo>
                  <a:lnTo>
                    <a:pt x="7558608" y="5198084"/>
                  </a:lnTo>
                  <a:lnTo>
                    <a:pt x="7517587" y="5215420"/>
                  </a:lnTo>
                  <a:lnTo>
                    <a:pt x="7479068" y="5237035"/>
                  </a:lnTo>
                  <a:lnTo>
                    <a:pt x="7443317" y="5262638"/>
                  </a:lnTo>
                  <a:lnTo>
                    <a:pt x="7410640" y="5291925"/>
                  </a:lnTo>
                  <a:lnTo>
                    <a:pt x="7381367" y="5324602"/>
                  </a:lnTo>
                  <a:lnTo>
                    <a:pt x="7355764" y="5360352"/>
                  </a:lnTo>
                  <a:lnTo>
                    <a:pt x="7334136" y="5398871"/>
                  </a:lnTo>
                  <a:lnTo>
                    <a:pt x="7316800" y="5439892"/>
                  </a:lnTo>
                  <a:lnTo>
                    <a:pt x="7316711" y="5440197"/>
                  </a:lnTo>
                  <a:lnTo>
                    <a:pt x="7379475" y="5462625"/>
                  </a:lnTo>
                  <a:lnTo>
                    <a:pt x="7395908" y="5424182"/>
                  </a:lnTo>
                  <a:lnTo>
                    <a:pt x="7416724" y="5388622"/>
                  </a:lnTo>
                  <a:lnTo>
                    <a:pt x="7441933" y="5355933"/>
                  </a:lnTo>
                  <a:lnTo>
                    <a:pt x="7471511" y="5326113"/>
                  </a:lnTo>
                  <a:lnTo>
                    <a:pt x="7504658" y="5299926"/>
                  </a:lnTo>
                  <a:lnTo>
                    <a:pt x="7540193" y="5278501"/>
                  </a:lnTo>
                  <a:lnTo>
                    <a:pt x="7578128" y="5261826"/>
                  </a:lnTo>
                  <a:lnTo>
                    <a:pt x="7618438" y="5249913"/>
                  </a:lnTo>
                  <a:close/>
                </a:path>
                <a:path w="8950960" h="5975350">
                  <a:moveTo>
                    <a:pt x="7823225" y="4307979"/>
                  </a:moveTo>
                  <a:lnTo>
                    <a:pt x="7756550" y="4307979"/>
                  </a:lnTo>
                  <a:lnTo>
                    <a:pt x="7756550" y="4708029"/>
                  </a:lnTo>
                  <a:lnTo>
                    <a:pt x="7823225" y="4708029"/>
                  </a:lnTo>
                  <a:lnTo>
                    <a:pt x="7823225" y="4307979"/>
                  </a:lnTo>
                  <a:close/>
                </a:path>
                <a:path w="8950960" h="5975350">
                  <a:moveTo>
                    <a:pt x="7823225" y="3841254"/>
                  </a:moveTo>
                  <a:lnTo>
                    <a:pt x="7756550" y="3841254"/>
                  </a:lnTo>
                  <a:lnTo>
                    <a:pt x="7756550" y="4241304"/>
                  </a:lnTo>
                  <a:lnTo>
                    <a:pt x="7823225" y="4241304"/>
                  </a:lnTo>
                  <a:lnTo>
                    <a:pt x="7823225" y="3841254"/>
                  </a:lnTo>
                  <a:close/>
                </a:path>
                <a:path w="8950960" h="5975350">
                  <a:moveTo>
                    <a:pt x="7823225" y="3374529"/>
                  </a:moveTo>
                  <a:lnTo>
                    <a:pt x="7756550" y="3374529"/>
                  </a:lnTo>
                  <a:lnTo>
                    <a:pt x="7756550" y="3774579"/>
                  </a:lnTo>
                  <a:lnTo>
                    <a:pt x="7823225" y="3774579"/>
                  </a:lnTo>
                  <a:lnTo>
                    <a:pt x="7823225" y="3374529"/>
                  </a:lnTo>
                  <a:close/>
                </a:path>
                <a:path w="8950960" h="5975350">
                  <a:moveTo>
                    <a:pt x="7862621" y="5908179"/>
                  </a:moveTo>
                  <a:lnTo>
                    <a:pt x="7693520" y="5908179"/>
                  </a:lnTo>
                  <a:lnTo>
                    <a:pt x="7644854" y="5904801"/>
                  </a:lnTo>
                  <a:lnTo>
                    <a:pt x="7598270" y="5894654"/>
                  </a:lnTo>
                  <a:lnTo>
                    <a:pt x="7553769" y="5877738"/>
                  </a:lnTo>
                  <a:lnTo>
                    <a:pt x="7511351" y="5854065"/>
                  </a:lnTo>
                  <a:lnTo>
                    <a:pt x="7474991" y="5909653"/>
                  </a:lnTo>
                  <a:lnTo>
                    <a:pt x="7517587" y="5934202"/>
                  </a:lnTo>
                  <a:lnTo>
                    <a:pt x="7558608" y="5951537"/>
                  </a:lnTo>
                  <a:lnTo>
                    <a:pt x="7601801" y="5964288"/>
                  </a:lnTo>
                  <a:lnTo>
                    <a:pt x="7646873" y="5972162"/>
                  </a:lnTo>
                  <a:lnTo>
                    <a:pt x="7693520" y="5974854"/>
                  </a:lnTo>
                  <a:lnTo>
                    <a:pt x="7862621" y="5974854"/>
                  </a:lnTo>
                  <a:lnTo>
                    <a:pt x="7862621" y="5908179"/>
                  </a:lnTo>
                  <a:close/>
                </a:path>
                <a:path w="8950960" h="5975350">
                  <a:moveTo>
                    <a:pt x="7958341" y="3008807"/>
                  </a:moveTo>
                  <a:lnTo>
                    <a:pt x="7937817" y="2945371"/>
                  </a:lnTo>
                  <a:lnTo>
                    <a:pt x="7899730" y="2960916"/>
                  </a:lnTo>
                  <a:lnTo>
                    <a:pt x="7865351" y="2981706"/>
                  </a:lnTo>
                  <a:lnTo>
                    <a:pt x="7834693" y="3007753"/>
                  </a:lnTo>
                  <a:lnTo>
                    <a:pt x="7807757" y="3039046"/>
                  </a:lnTo>
                  <a:lnTo>
                    <a:pt x="7785354" y="3074733"/>
                  </a:lnTo>
                  <a:lnTo>
                    <a:pt x="7769352" y="3112566"/>
                  </a:lnTo>
                  <a:lnTo>
                    <a:pt x="7759751" y="3152533"/>
                  </a:lnTo>
                  <a:lnTo>
                    <a:pt x="7756550" y="3194634"/>
                  </a:lnTo>
                  <a:lnTo>
                    <a:pt x="7756550" y="3307854"/>
                  </a:lnTo>
                  <a:lnTo>
                    <a:pt x="7823225" y="3307854"/>
                  </a:lnTo>
                  <a:lnTo>
                    <a:pt x="7823225" y="3194634"/>
                  </a:lnTo>
                  <a:lnTo>
                    <a:pt x="7825613" y="3163252"/>
                  </a:lnTo>
                  <a:lnTo>
                    <a:pt x="7844676" y="3105277"/>
                  </a:lnTo>
                  <a:lnTo>
                    <a:pt x="7881467" y="3055340"/>
                  </a:lnTo>
                  <a:lnTo>
                    <a:pt x="7929943" y="3020403"/>
                  </a:lnTo>
                  <a:lnTo>
                    <a:pt x="7958341" y="3008807"/>
                  </a:lnTo>
                  <a:close/>
                </a:path>
                <a:path w="8950960" h="5975350">
                  <a:moveTo>
                    <a:pt x="7987004" y="0"/>
                  </a:moveTo>
                  <a:lnTo>
                    <a:pt x="7586954" y="0"/>
                  </a:lnTo>
                  <a:lnTo>
                    <a:pt x="7586954" y="66675"/>
                  </a:lnTo>
                  <a:lnTo>
                    <a:pt x="7987004" y="66675"/>
                  </a:lnTo>
                  <a:lnTo>
                    <a:pt x="7987004" y="0"/>
                  </a:lnTo>
                  <a:close/>
                </a:path>
                <a:path w="8950960" h="5975350">
                  <a:moveTo>
                    <a:pt x="8093570" y="5174754"/>
                  </a:moveTo>
                  <a:lnTo>
                    <a:pt x="7823225" y="5174754"/>
                  </a:lnTo>
                  <a:lnTo>
                    <a:pt x="7823225" y="4774704"/>
                  </a:lnTo>
                  <a:lnTo>
                    <a:pt x="7756550" y="4774704"/>
                  </a:lnTo>
                  <a:lnTo>
                    <a:pt x="7756550" y="5174754"/>
                  </a:lnTo>
                  <a:lnTo>
                    <a:pt x="7693520" y="5174754"/>
                  </a:lnTo>
                  <a:lnTo>
                    <a:pt x="7669327" y="5176151"/>
                  </a:lnTo>
                  <a:lnTo>
                    <a:pt x="7673264" y="5242039"/>
                  </a:lnTo>
                  <a:lnTo>
                    <a:pt x="7679995" y="5241633"/>
                  </a:lnTo>
                  <a:lnTo>
                    <a:pt x="7686751" y="5241429"/>
                  </a:lnTo>
                  <a:lnTo>
                    <a:pt x="8093570" y="5241429"/>
                  </a:lnTo>
                  <a:lnTo>
                    <a:pt x="8093570" y="5174754"/>
                  </a:lnTo>
                  <a:close/>
                </a:path>
                <a:path w="8950960" h="5975350">
                  <a:moveTo>
                    <a:pt x="8329346" y="5908179"/>
                  </a:moveTo>
                  <a:lnTo>
                    <a:pt x="7929296" y="5908179"/>
                  </a:lnTo>
                  <a:lnTo>
                    <a:pt x="7929296" y="5974854"/>
                  </a:lnTo>
                  <a:lnTo>
                    <a:pt x="8329346" y="5974854"/>
                  </a:lnTo>
                  <a:lnTo>
                    <a:pt x="8329346" y="5908179"/>
                  </a:lnTo>
                  <a:close/>
                </a:path>
                <a:path w="8950960" h="5975350">
                  <a:moveTo>
                    <a:pt x="8413890" y="2932696"/>
                  </a:moveTo>
                  <a:lnTo>
                    <a:pt x="8013078" y="2932696"/>
                  </a:lnTo>
                  <a:lnTo>
                    <a:pt x="8014424" y="2999371"/>
                  </a:lnTo>
                  <a:lnTo>
                    <a:pt x="8413890" y="2999371"/>
                  </a:lnTo>
                  <a:lnTo>
                    <a:pt x="8413890" y="2932696"/>
                  </a:lnTo>
                  <a:close/>
                </a:path>
                <a:path w="8950960" h="5975350">
                  <a:moveTo>
                    <a:pt x="8453730" y="0"/>
                  </a:moveTo>
                  <a:lnTo>
                    <a:pt x="8053679" y="0"/>
                  </a:lnTo>
                  <a:lnTo>
                    <a:pt x="8053679" y="66675"/>
                  </a:lnTo>
                  <a:lnTo>
                    <a:pt x="8453730" y="66675"/>
                  </a:lnTo>
                  <a:lnTo>
                    <a:pt x="8453730" y="0"/>
                  </a:lnTo>
                  <a:close/>
                </a:path>
                <a:path w="8950960" h="5975350">
                  <a:moveTo>
                    <a:pt x="8560473" y="5175313"/>
                  </a:moveTo>
                  <a:lnTo>
                    <a:pt x="8550770" y="5174754"/>
                  </a:lnTo>
                  <a:lnTo>
                    <a:pt x="8160245" y="5174754"/>
                  </a:lnTo>
                  <a:lnTo>
                    <a:pt x="8160245" y="5241429"/>
                  </a:lnTo>
                  <a:lnTo>
                    <a:pt x="8558898" y="5241429"/>
                  </a:lnTo>
                  <a:lnTo>
                    <a:pt x="8560473" y="5175313"/>
                  </a:lnTo>
                  <a:close/>
                </a:path>
                <a:path w="8950960" h="5975350">
                  <a:moveTo>
                    <a:pt x="8780970" y="5901309"/>
                  </a:moveTo>
                  <a:lnTo>
                    <a:pt x="8742845" y="5847334"/>
                  </a:lnTo>
                  <a:lnTo>
                    <a:pt x="8698535" y="5873953"/>
                  </a:lnTo>
                  <a:lnTo>
                    <a:pt x="8651748" y="5892965"/>
                  </a:lnTo>
                  <a:lnTo>
                    <a:pt x="8602497" y="5904382"/>
                  </a:lnTo>
                  <a:lnTo>
                    <a:pt x="8550770" y="5908179"/>
                  </a:lnTo>
                  <a:lnTo>
                    <a:pt x="8396021" y="5908179"/>
                  </a:lnTo>
                  <a:lnTo>
                    <a:pt x="8396021" y="5974854"/>
                  </a:lnTo>
                  <a:lnTo>
                    <a:pt x="8550770" y="5974854"/>
                  </a:lnTo>
                  <a:lnTo>
                    <a:pt x="8597430" y="5972162"/>
                  </a:lnTo>
                  <a:lnTo>
                    <a:pt x="8642502" y="5964288"/>
                  </a:lnTo>
                  <a:lnTo>
                    <a:pt x="8685695" y="5951537"/>
                  </a:lnTo>
                  <a:lnTo>
                    <a:pt x="8726703" y="5934202"/>
                  </a:lnTo>
                  <a:lnTo>
                    <a:pt x="8765235" y="5912574"/>
                  </a:lnTo>
                  <a:lnTo>
                    <a:pt x="8780970" y="5901309"/>
                  </a:lnTo>
                  <a:close/>
                </a:path>
                <a:path w="8950960" h="5975350">
                  <a:moveTo>
                    <a:pt x="8781694" y="2932696"/>
                  </a:moveTo>
                  <a:lnTo>
                    <a:pt x="8480565" y="2932696"/>
                  </a:lnTo>
                  <a:lnTo>
                    <a:pt x="8480565" y="2999371"/>
                  </a:lnTo>
                  <a:lnTo>
                    <a:pt x="8781694" y="2999371"/>
                  </a:lnTo>
                  <a:lnTo>
                    <a:pt x="8781694" y="2932696"/>
                  </a:lnTo>
                  <a:close/>
                </a:path>
                <a:path w="8950960" h="5975350">
                  <a:moveTo>
                    <a:pt x="8781694" y="0"/>
                  </a:moveTo>
                  <a:lnTo>
                    <a:pt x="8520405" y="0"/>
                  </a:lnTo>
                  <a:lnTo>
                    <a:pt x="8520405" y="66675"/>
                  </a:lnTo>
                  <a:lnTo>
                    <a:pt x="8781694" y="66675"/>
                  </a:lnTo>
                  <a:lnTo>
                    <a:pt x="8781694" y="0"/>
                  </a:lnTo>
                  <a:close/>
                </a:path>
                <a:path w="8950960" h="5975350">
                  <a:moveTo>
                    <a:pt x="8922067" y="5427027"/>
                  </a:moveTo>
                  <a:lnTo>
                    <a:pt x="8888539" y="5360352"/>
                  </a:lnTo>
                  <a:lnTo>
                    <a:pt x="8862936" y="5324602"/>
                  </a:lnTo>
                  <a:lnTo>
                    <a:pt x="8833650" y="5291925"/>
                  </a:lnTo>
                  <a:lnTo>
                    <a:pt x="8800986" y="5262638"/>
                  </a:lnTo>
                  <a:lnTo>
                    <a:pt x="8765235" y="5237035"/>
                  </a:lnTo>
                  <a:lnTo>
                    <a:pt x="8726703" y="5215420"/>
                  </a:lnTo>
                  <a:lnTo>
                    <a:pt x="8685695" y="5198084"/>
                  </a:lnTo>
                  <a:lnTo>
                    <a:pt x="8642502" y="5185321"/>
                  </a:lnTo>
                  <a:lnTo>
                    <a:pt x="8626615" y="5182552"/>
                  </a:lnTo>
                  <a:lnTo>
                    <a:pt x="8614143" y="5247437"/>
                  </a:lnTo>
                  <a:lnTo>
                    <a:pt x="8654961" y="5257927"/>
                  </a:lnTo>
                  <a:lnTo>
                    <a:pt x="8693531" y="5273268"/>
                  </a:lnTo>
                  <a:lnTo>
                    <a:pt x="8729878" y="5293461"/>
                  </a:lnTo>
                  <a:lnTo>
                    <a:pt x="8763978" y="5318506"/>
                  </a:lnTo>
                  <a:lnTo>
                    <a:pt x="8794521" y="5347233"/>
                  </a:lnTo>
                  <a:lnTo>
                    <a:pt x="8820810" y="5378970"/>
                  </a:lnTo>
                  <a:lnTo>
                    <a:pt x="8842845" y="5413730"/>
                  </a:lnTo>
                  <a:lnTo>
                    <a:pt x="8860625" y="5451513"/>
                  </a:lnTo>
                  <a:lnTo>
                    <a:pt x="8922067" y="5427027"/>
                  </a:lnTo>
                  <a:close/>
                </a:path>
                <a:path w="8950960" h="5975350">
                  <a:moveTo>
                    <a:pt x="8950820" y="5574804"/>
                  </a:moveTo>
                  <a:lnTo>
                    <a:pt x="8948128" y="5528157"/>
                  </a:lnTo>
                  <a:lnTo>
                    <a:pt x="8941600" y="5490769"/>
                  </a:lnTo>
                  <a:lnTo>
                    <a:pt x="8876767" y="5504650"/>
                  </a:lnTo>
                  <a:lnTo>
                    <a:pt x="8879992" y="5521972"/>
                  </a:lnTo>
                  <a:lnTo>
                    <a:pt x="8882304" y="5539435"/>
                  </a:lnTo>
                  <a:lnTo>
                    <a:pt x="8883688" y="5557050"/>
                  </a:lnTo>
                  <a:lnTo>
                    <a:pt x="8884145" y="5574804"/>
                  </a:lnTo>
                  <a:lnTo>
                    <a:pt x="8880196" y="5628741"/>
                  </a:lnTo>
                  <a:lnTo>
                    <a:pt x="8868359" y="5679389"/>
                  </a:lnTo>
                  <a:lnTo>
                    <a:pt x="8848623" y="5726735"/>
                  </a:lnTo>
                  <a:lnTo>
                    <a:pt x="8820988" y="5770804"/>
                  </a:lnTo>
                  <a:lnTo>
                    <a:pt x="8785466" y="5811583"/>
                  </a:lnTo>
                  <a:lnTo>
                    <a:pt x="8832342" y="5858865"/>
                  </a:lnTo>
                  <a:lnTo>
                    <a:pt x="8862936" y="5825020"/>
                  </a:lnTo>
                  <a:lnTo>
                    <a:pt x="8888539" y="5789269"/>
                  </a:lnTo>
                  <a:lnTo>
                    <a:pt x="8910168" y="5750738"/>
                  </a:lnTo>
                  <a:lnTo>
                    <a:pt x="8927503" y="5709729"/>
                  </a:lnTo>
                  <a:lnTo>
                    <a:pt x="8940254" y="5666537"/>
                  </a:lnTo>
                  <a:lnTo>
                    <a:pt x="8948128" y="5621464"/>
                  </a:lnTo>
                  <a:lnTo>
                    <a:pt x="8950820" y="55748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392692" y="2989918"/>
            <a:ext cx="2067560" cy="6509384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93700" indent="-381000" algn="just">
              <a:lnSpc>
                <a:spcPct val="100000"/>
              </a:lnSpc>
              <a:spcBef>
                <a:spcPts val="1270"/>
              </a:spcBef>
              <a:buFont typeface="Lucida Sans Unicode"/>
              <a:buChar char="◆"/>
              <a:tabLst>
                <a:tab pos="393700" algn="l"/>
              </a:tabLst>
            </a:pPr>
            <a:r>
              <a:rPr sz="2300" spc="-55" dirty="0">
                <a:latin typeface="SimSun"/>
                <a:cs typeface="SimSun"/>
              </a:rPr>
              <a:t>主畫</a:t>
            </a:r>
            <a:r>
              <a:rPr sz="2300" spc="-55" dirty="0">
                <a:latin typeface="Microsoft JhengHei"/>
                <a:cs typeface="Microsoft JhengHei"/>
              </a:rPr>
              <a:t>⾯</a:t>
            </a:r>
            <a:r>
              <a:rPr sz="2300" spc="-305" dirty="0">
                <a:latin typeface="SimSun"/>
                <a:cs typeface="SimSun"/>
              </a:rPr>
              <a:t>：</a:t>
            </a:r>
            <a:endParaRPr sz="2300">
              <a:latin typeface="SimSun"/>
              <a:cs typeface="SimSun"/>
            </a:endParaRPr>
          </a:p>
          <a:p>
            <a:pPr marL="12700" marR="5080" algn="just">
              <a:lnSpc>
                <a:spcPct val="142700"/>
              </a:lnSpc>
            </a:pPr>
            <a:r>
              <a:rPr sz="2300" spc="-25" dirty="0">
                <a:latin typeface="SimSun"/>
                <a:cs typeface="SimSun"/>
              </a:rPr>
              <a:t>中間的按鍵可透過上下滑動來選</a:t>
            </a:r>
            <a:r>
              <a:rPr sz="2300" spc="-340" dirty="0">
                <a:latin typeface="SimSun"/>
                <a:cs typeface="SimSun"/>
              </a:rPr>
              <a:t>取 要 執 </a:t>
            </a:r>
            <a:r>
              <a:rPr sz="2300" spc="-50" dirty="0">
                <a:latin typeface="Microsoft JhengHei"/>
                <a:cs typeface="Microsoft JhengHei"/>
              </a:rPr>
              <a:t>⾏ </a:t>
            </a:r>
            <a:r>
              <a:rPr sz="2300" spc="-310" dirty="0">
                <a:latin typeface="SimSun"/>
                <a:cs typeface="SimSun"/>
              </a:rPr>
              <a:t>的 選</a:t>
            </a:r>
            <a:r>
              <a:rPr sz="2300" spc="-155" dirty="0">
                <a:latin typeface="SimSun"/>
                <a:cs typeface="SimSun"/>
              </a:rPr>
              <a:t>項。</a:t>
            </a:r>
            <a:endParaRPr sz="23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050">
              <a:latin typeface="SimSun"/>
              <a:cs typeface="SimSun"/>
            </a:endParaRPr>
          </a:p>
          <a:p>
            <a:pPr marL="12700" marR="5080" indent="288290">
              <a:lnSpc>
                <a:spcPct val="142700"/>
              </a:lnSpc>
              <a:buFont typeface="Lucida Sans Unicode"/>
              <a:buChar char="◆"/>
              <a:tabLst>
                <a:tab pos="300990" algn="l"/>
              </a:tabLst>
            </a:pPr>
            <a:r>
              <a:rPr sz="2300" spc="-110" dirty="0">
                <a:latin typeface="SimSun"/>
                <a:cs typeface="SimSun"/>
              </a:rPr>
              <a:t>聯絡資訊：</a:t>
            </a:r>
            <a:r>
              <a:rPr sz="2300" spc="575" dirty="0">
                <a:latin typeface="SimSun"/>
                <a:cs typeface="SimSun"/>
              </a:rPr>
              <a:t> </a:t>
            </a:r>
            <a:r>
              <a:rPr sz="2300" spc="-275" dirty="0">
                <a:latin typeface="SimSun"/>
                <a:cs typeface="SimSun"/>
              </a:rPr>
              <a:t>可 透 過 </a:t>
            </a:r>
            <a:r>
              <a:rPr sz="2050" spc="145" dirty="0">
                <a:latin typeface="Tahoma"/>
                <a:cs typeface="Tahoma"/>
              </a:rPr>
              <a:t>mail</a:t>
            </a:r>
            <a:r>
              <a:rPr sz="2050" spc="235" dirty="0">
                <a:latin typeface="Tahoma"/>
                <a:cs typeface="Tahoma"/>
              </a:rPr>
              <a:t> </a:t>
            </a:r>
            <a:r>
              <a:rPr sz="2300" spc="-305" dirty="0">
                <a:latin typeface="SimSun"/>
                <a:cs typeface="SimSun"/>
              </a:rPr>
              <a:t>與 </a:t>
            </a:r>
            <a:r>
              <a:rPr sz="2050" spc="135" dirty="0">
                <a:latin typeface="Tahoma"/>
                <a:cs typeface="Tahoma"/>
              </a:rPr>
              <a:t>Instagram</a:t>
            </a:r>
            <a:r>
              <a:rPr sz="2050" spc="50" dirty="0">
                <a:latin typeface="Tahoma"/>
                <a:cs typeface="Tahoma"/>
              </a:rPr>
              <a:t> </a:t>
            </a:r>
            <a:r>
              <a:rPr sz="2300" spc="-345" dirty="0">
                <a:latin typeface="SimSun"/>
                <a:cs typeface="SimSun"/>
              </a:rPr>
              <a:t>圖 示</a:t>
            </a:r>
            <a:r>
              <a:rPr sz="2300" spc="-45" dirty="0">
                <a:latin typeface="SimSun"/>
                <a:cs typeface="SimSun"/>
              </a:rPr>
              <a:t>聯絡我的設計團</a:t>
            </a:r>
            <a:r>
              <a:rPr sz="2300" spc="-180" dirty="0">
                <a:latin typeface="SimSun"/>
                <a:cs typeface="SimSun"/>
              </a:rPr>
              <a:t>隊， 或獲取更多</a:t>
            </a:r>
            <a:r>
              <a:rPr sz="2300" spc="-345" dirty="0">
                <a:latin typeface="SimSun"/>
                <a:cs typeface="SimSun"/>
              </a:rPr>
              <a:t>遊 戲 的 相 關 資</a:t>
            </a:r>
            <a:r>
              <a:rPr sz="2300" spc="-180" dirty="0">
                <a:latin typeface="SimSun"/>
                <a:cs typeface="SimSun"/>
              </a:rPr>
              <a:t>訊。</a:t>
            </a:r>
            <a:endParaRPr sz="2300">
              <a:latin typeface="SimSun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01771" y="419928"/>
            <a:ext cx="5102225" cy="174371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5700" spc="-434" dirty="0"/>
              <a:t>介</a:t>
            </a:r>
            <a:r>
              <a:rPr sz="5700" spc="-434" dirty="0">
                <a:latin typeface="Microsoft JhengHei"/>
                <a:cs typeface="Microsoft JhengHei"/>
              </a:rPr>
              <a:t>⾯</a:t>
            </a:r>
            <a:r>
              <a:rPr sz="5700" spc="-585" dirty="0"/>
              <a:t>設計</a:t>
            </a:r>
            <a:endParaRPr sz="57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828164" algn="l"/>
              </a:tabLst>
            </a:pPr>
            <a:r>
              <a:rPr sz="3550" spc="660" dirty="0">
                <a:latin typeface="Arial"/>
                <a:cs typeface="Arial"/>
              </a:rPr>
              <a:t>USER</a:t>
            </a:r>
            <a:r>
              <a:rPr sz="3550" dirty="0">
                <a:latin typeface="Arial"/>
                <a:cs typeface="Arial"/>
              </a:rPr>
              <a:t>	</a:t>
            </a:r>
            <a:r>
              <a:rPr sz="3550" spc="580" dirty="0">
                <a:latin typeface="Arial"/>
                <a:cs typeface="Arial"/>
              </a:rPr>
              <a:t>INTERFACE</a:t>
            </a:r>
            <a:endParaRPr sz="3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5389" y="1912387"/>
            <a:ext cx="13458822" cy="75723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2689" y="709483"/>
            <a:ext cx="4050665" cy="8991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700" spc="-434" dirty="0"/>
              <a:t>遊戲畫</a:t>
            </a:r>
            <a:r>
              <a:rPr sz="5700" spc="-434" dirty="0">
                <a:latin typeface="Microsoft JhengHei"/>
                <a:cs typeface="Microsoft JhengHei"/>
              </a:rPr>
              <a:t>⾯</a:t>
            </a:r>
            <a:r>
              <a:rPr sz="5700" spc="-585" dirty="0"/>
              <a:t>示意</a:t>
            </a:r>
            <a:endParaRPr sz="57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4761" y="2979780"/>
            <a:ext cx="8562974" cy="6172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8857" y="6254939"/>
            <a:ext cx="5534024" cy="2895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8857" y="2979780"/>
            <a:ext cx="5534024" cy="31051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16157" y="640203"/>
            <a:ext cx="5479415" cy="174371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5700" spc="-509" dirty="0"/>
              <a:t>參考遊戲</a:t>
            </a:r>
            <a:endParaRPr sz="5700"/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1937385" algn="l"/>
              </a:tabLst>
            </a:pPr>
            <a:r>
              <a:rPr sz="3550" spc="680" dirty="0">
                <a:latin typeface="Arial"/>
                <a:cs typeface="Arial"/>
              </a:rPr>
              <a:t>GAME</a:t>
            </a:r>
            <a:r>
              <a:rPr sz="3550" dirty="0">
                <a:latin typeface="Arial"/>
                <a:cs typeface="Arial"/>
              </a:rPr>
              <a:t>	</a:t>
            </a:r>
            <a:r>
              <a:rPr sz="3550" spc="640" dirty="0">
                <a:latin typeface="Arial"/>
                <a:cs typeface="Arial"/>
              </a:rPr>
              <a:t>REFERENCE</a:t>
            </a:r>
            <a:endParaRPr sz="3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3826" y="9262211"/>
            <a:ext cx="3694429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170" dirty="0">
                <a:latin typeface="SimSun"/>
                <a:cs typeface="SimSun"/>
              </a:rPr>
              <a:t>場景參考： 空洞騎</a:t>
            </a:r>
            <a:r>
              <a:rPr sz="2100" spc="-55" dirty="0">
                <a:latin typeface="Microsoft JhengHei"/>
                <a:cs typeface="Microsoft JhengHei"/>
              </a:rPr>
              <a:t>⼠</a:t>
            </a:r>
            <a:r>
              <a:rPr sz="2100" spc="-220" dirty="0">
                <a:latin typeface="SimSun"/>
                <a:cs typeface="SimSun"/>
              </a:rPr>
              <a:t>： 絲綢之歌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55507" y="9262211"/>
            <a:ext cx="28663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175" dirty="0">
                <a:latin typeface="SimSun"/>
                <a:cs typeface="SimSun"/>
              </a:rPr>
              <a:t>遊戲設定參考： </a:t>
            </a:r>
            <a:r>
              <a:rPr sz="1850" spc="165" dirty="0">
                <a:latin typeface="Tahoma"/>
                <a:cs typeface="Tahoma"/>
              </a:rPr>
              <a:t>Badland</a:t>
            </a:r>
            <a:endParaRPr sz="1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1327870"/>
            <a:ext cx="12609830" cy="7632700"/>
          </a:xfrm>
          <a:custGeom>
            <a:avLst/>
            <a:gdLst/>
            <a:ahLst/>
            <a:cxnLst/>
            <a:rect l="l" t="t" r="r" b="b"/>
            <a:pathLst>
              <a:path w="12609830" h="7632700">
                <a:moveTo>
                  <a:pt x="9082057" y="7632699"/>
                </a:moveTo>
                <a:lnTo>
                  <a:pt x="0" y="7632699"/>
                </a:lnTo>
                <a:lnTo>
                  <a:pt x="0" y="0"/>
                </a:lnTo>
                <a:lnTo>
                  <a:pt x="8891302" y="0"/>
                </a:lnTo>
                <a:lnTo>
                  <a:pt x="8939219" y="12699"/>
                </a:lnTo>
                <a:lnTo>
                  <a:pt x="9082057" y="12699"/>
                </a:lnTo>
                <a:lnTo>
                  <a:pt x="9129353" y="25399"/>
                </a:lnTo>
                <a:lnTo>
                  <a:pt x="9223450" y="25399"/>
                </a:lnTo>
                <a:lnTo>
                  <a:pt x="9270244" y="38099"/>
                </a:lnTo>
                <a:lnTo>
                  <a:pt x="9316863" y="38099"/>
                </a:lnTo>
                <a:lnTo>
                  <a:pt x="9363304" y="50799"/>
                </a:lnTo>
                <a:lnTo>
                  <a:pt x="9409564" y="50799"/>
                </a:lnTo>
                <a:lnTo>
                  <a:pt x="9501525" y="76199"/>
                </a:lnTo>
                <a:lnTo>
                  <a:pt x="9547219" y="76199"/>
                </a:lnTo>
                <a:lnTo>
                  <a:pt x="9683114" y="114299"/>
                </a:lnTo>
                <a:lnTo>
                  <a:pt x="9728006" y="114299"/>
                </a:lnTo>
                <a:lnTo>
                  <a:pt x="9992832" y="190499"/>
                </a:lnTo>
                <a:lnTo>
                  <a:pt x="10036183" y="215899"/>
                </a:lnTo>
                <a:lnTo>
                  <a:pt x="10164820" y="253999"/>
                </a:lnTo>
                <a:lnTo>
                  <a:pt x="10207215" y="279399"/>
                </a:lnTo>
                <a:lnTo>
                  <a:pt x="10291257" y="304799"/>
                </a:lnTo>
                <a:lnTo>
                  <a:pt x="10332898" y="330199"/>
                </a:lnTo>
                <a:lnTo>
                  <a:pt x="10374280" y="342899"/>
                </a:lnTo>
                <a:lnTo>
                  <a:pt x="10415400" y="368299"/>
                </a:lnTo>
                <a:lnTo>
                  <a:pt x="10456255" y="380999"/>
                </a:lnTo>
                <a:lnTo>
                  <a:pt x="10496841" y="406399"/>
                </a:lnTo>
                <a:lnTo>
                  <a:pt x="10537154" y="419099"/>
                </a:lnTo>
                <a:lnTo>
                  <a:pt x="10616950" y="469899"/>
                </a:lnTo>
                <a:lnTo>
                  <a:pt x="10656426" y="482599"/>
                </a:lnTo>
                <a:lnTo>
                  <a:pt x="10773119" y="558799"/>
                </a:lnTo>
                <a:lnTo>
                  <a:pt x="10887141" y="634999"/>
                </a:lnTo>
                <a:lnTo>
                  <a:pt x="10924539" y="647699"/>
                </a:lnTo>
                <a:lnTo>
                  <a:pt x="10998397" y="698499"/>
                </a:lnTo>
                <a:lnTo>
                  <a:pt x="11034851" y="736599"/>
                </a:lnTo>
                <a:lnTo>
                  <a:pt x="11142272" y="812799"/>
                </a:lnTo>
                <a:lnTo>
                  <a:pt x="11212233" y="863599"/>
                </a:lnTo>
                <a:lnTo>
                  <a:pt x="11246707" y="901699"/>
                </a:lnTo>
                <a:lnTo>
                  <a:pt x="11314624" y="952499"/>
                </a:lnTo>
                <a:lnTo>
                  <a:pt x="11348060" y="990599"/>
                </a:lnTo>
                <a:lnTo>
                  <a:pt x="11413871" y="1041399"/>
                </a:lnTo>
                <a:lnTo>
                  <a:pt x="11446239" y="1079499"/>
                </a:lnTo>
                <a:lnTo>
                  <a:pt x="11478243" y="1104899"/>
                </a:lnTo>
                <a:lnTo>
                  <a:pt x="11509880" y="1142999"/>
                </a:lnTo>
                <a:lnTo>
                  <a:pt x="11541147" y="1168399"/>
                </a:lnTo>
                <a:lnTo>
                  <a:pt x="11572041" y="1206499"/>
                </a:lnTo>
                <a:lnTo>
                  <a:pt x="11602557" y="1231899"/>
                </a:lnTo>
                <a:lnTo>
                  <a:pt x="11632692" y="1269999"/>
                </a:lnTo>
                <a:lnTo>
                  <a:pt x="11662443" y="1308099"/>
                </a:lnTo>
                <a:lnTo>
                  <a:pt x="11691807" y="1333499"/>
                </a:lnTo>
                <a:lnTo>
                  <a:pt x="11720779" y="1371599"/>
                </a:lnTo>
                <a:lnTo>
                  <a:pt x="11749356" y="1409699"/>
                </a:lnTo>
                <a:lnTo>
                  <a:pt x="11777535" y="1435099"/>
                </a:lnTo>
                <a:lnTo>
                  <a:pt x="11805312" y="1473199"/>
                </a:lnTo>
                <a:lnTo>
                  <a:pt x="11832685" y="1511299"/>
                </a:lnTo>
                <a:lnTo>
                  <a:pt x="11859648" y="1549399"/>
                </a:lnTo>
                <a:lnTo>
                  <a:pt x="11886199" y="1587499"/>
                </a:lnTo>
                <a:lnTo>
                  <a:pt x="11912335" y="1612899"/>
                </a:lnTo>
                <a:lnTo>
                  <a:pt x="11938051" y="1650999"/>
                </a:lnTo>
                <a:lnTo>
                  <a:pt x="11963344" y="1689099"/>
                </a:lnTo>
                <a:lnTo>
                  <a:pt x="11988212" y="1727199"/>
                </a:lnTo>
                <a:lnTo>
                  <a:pt x="12012649" y="1765299"/>
                </a:lnTo>
                <a:lnTo>
                  <a:pt x="12036654" y="1803399"/>
                </a:lnTo>
                <a:lnTo>
                  <a:pt x="12060221" y="1841499"/>
                </a:lnTo>
                <a:lnTo>
                  <a:pt x="12083349" y="1879599"/>
                </a:lnTo>
                <a:lnTo>
                  <a:pt x="12106033" y="1917699"/>
                </a:lnTo>
                <a:lnTo>
                  <a:pt x="12128269" y="1955799"/>
                </a:lnTo>
                <a:lnTo>
                  <a:pt x="12150055" y="1993899"/>
                </a:lnTo>
                <a:lnTo>
                  <a:pt x="12171387" y="2044699"/>
                </a:lnTo>
                <a:lnTo>
                  <a:pt x="12192261" y="2082799"/>
                </a:lnTo>
                <a:lnTo>
                  <a:pt x="12212674" y="2120899"/>
                </a:lnTo>
                <a:lnTo>
                  <a:pt x="12232622" y="2158999"/>
                </a:lnTo>
                <a:lnTo>
                  <a:pt x="12252102" y="2197099"/>
                </a:lnTo>
                <a:lnTo>
                  <a:pt x="12271111" y="2247899"/>
                </a:lnTo>
                <a:lnTo>
                  <a:pt x="12289644" y="2285999"/>
                </a:lnTo>
                <a:lnTo>
                  <a:pt x="12307699" y="2324099"/>
                </a:lnTo>
                <a:lnTo>
                  <a:pt x="12325271" y="2362199"/>
                </a:lnTo>
                <a:lnTo>
                  <a:pt x="12342358" y="2412999"/>
                </a:lnTo>
                <a:lnTo>
                  <a:pt x="12358956" y="2451099"/>
                </a:lnTo>
                <a:lnTo>
                  <a:pt x="12375061" y="2489199"/>
                </a:lnTo>
                <a:lnTo>
                  <a:pt x="12390670" y="2539999"/>
                </a:lnTo>
                <a:lnTo>
                  <a:pt x="12405779" y="2578099"/>
                </a:lnTo>
                <a:lnTo>
                  <a:pt x="12420386" y="2628899"/>
                </a:lnTo>
                <a:lnTo>
                  <a:pt x="12434485" y="2666999"/>
                </a:lnTo>
                <a:lnTo>
                  <a:pt x="12448075" y="2717799"/>
                </a:lnTo>
                <a:lnTo>
                  <a:pt x="12461151" y="2755899"/>
                </a:lnTo>
                <a:lnTo>
                  <a:pt x="12473709" y="2793999"/>
                </a:lnTo>
                <a:lnTo>
                  <a:pt x="12485748" y="2844799"/>
                </a:lnTo>
                <a:lnTo>
                  <a:pt x="12497262" y="2882899"/>
                </a:lnTo>
                <a:lnTo>
                  <a:pt x="12508248" y="2933699"/>
                </a:lnTo>
                <a:lnTo>
                  <a:pt x="12518704" y="2984499"/>
                </a:lnTo>
                <a:lnTo>
                  <a:pt x="12528625" y="3022599"/>
                </a:lnTo>
                <a:lnTo>
                  <a:pt x="12538007" y="3073399"/>
                </a:lnTo>
                <a:lnTo>
                  <a:pt x="12546849" y="3111499"/>
                </a:lnTo>
                <a:lnTo>
                  <a:pt x="12555145" y="3162299"/>
                </a:lnTo>
                <a:lnTo>
                  <a:pt x="12562892" y="3213099"/>
                </a:lnTo>
                <a:lnTo>
                  <a:pt x="12570088" y="3251199"/>
                </a:lnTo>
                <a:lnTo>
                  <a:pt x="12576728" y="3301999"/>
                </a:lnTo>
                <a:lnTo>
                  <a:pt x="12582809" y="3352799"/>
                </a:lnTo>
                <a:lnTo>
                  <a:pt x="12588327" y="3390899"/>
                </a:lnTo>
                <a:lnTo>
                  <a:pt x="12593280" y="3441699"/>
                </a:lnTo>
                <a:lnTo>
                  <a:pt x="12597662" y="3492499"/>
                </a:lnTo>
                <a:lnTo>
                  <a:pt x="12601472" y="3530599"/>
                </a:lnTo>
                <a:lnTo>
                  <a:pt x="12604706" y="3581399"/>
                </a:lnTo>
                <a:lnTo>
                  <a:pt x="12607359" y="3632199"/>
                </a:lnTo>
                <a:lnTo>
                  <a:pt x="12609688" y="3689676"/>
                </a:lnTo>
                <a:lnTo>
                  <a:pt x="12609688" y="3955723"/>
                </a:lnTo>
                <a:lnTo>
                  <a:pt x="12607359" y="4013199"/>
                </a:lnTo>
                <a:lnTo>
                  <a:pt x="12604706" y="4063999"/>
                </a:lnTo>
                <a:lnTo>
                  <a:pt x="12601472" y="4114799"/>
                </a:lnTo>
                <a:lnTo>
                  <a:pt x="12597662" y="4152899"/>
                </a:lnTo>
                <a:lnTo>
                  <a:pt x="12593280" y="4203699"/>
                </a:lnTo>
                <a:lnTo>
                  <a:pt x="12588327" y="4254499"/>
                </a:lnTo>
                <a:lnTo>
                  <a:pt x="12582809" y="4292599"/>
                </a:lnTo>
                <a:lnTo>
                  <a:pt x="12576728" y="4343399"/>
                </a:lnTo>
                <a:lnTo>
                  <a:pt x="12570088" y="4394199"/>
                </a:lnTo>
                <a:lnTo>
                  <a:pt x="12562892" y="4432299"/>
                </a:lnTo>
                <a:lnTo>
                  <a:pt x="12555145" y="4483099"/>
                </a:lnTo>
                <a:lnTo>
                  <a:pt x="12546849" y="4533899"/>
                </a:lnTo>
                <a:lnTo>
                  <a:pt x="12538007" y="4571999"/>
                </a:lnTo>
                <a:lnTo>
                  <a:pt x="12528625" y="4622799"/>
                </a:lnTo>
                <a:lnTo>
                  <a:pt x="12518704" y="4660899"/>
                </a:lnTo>
                <a:lnTo>
                  <a:pt x="12508248" y="4711699"/>
                </a:lnTo>
                <a:lnTo>
                  <a:pt x="12497262" y="4749799"/>
                </a:lnTo>
                <a:lnTo>
                  <a:pt x="12485748" y="4800599"/>
                </a:lnTo>
                <a:lnTo>
                  <a:pt x="12473709" y="4838699"/>
                </a:lnTo>
                <a:lnTo>
                  <a:pt x="12461151" y="4889499"/>
                </a:lnTo>
                <a:lnTo>
                  <a:pt x="12448075" y="4927599"/>
                </a:lnTo>
                <a:lnTo>
                  <a:pt x="12434485" y="4978399"/>
                </a:lnTo>
                <a:lnTo>
                  <a:pt x="12420386" y="5016499"/>
                </a:lnTo>
                <a:lnTo>
                  <a:pt x="12405779" y="5067299"/>
                </a:lnTo>
                <a:lnTo>
                  <a:pt x="12390670" y="5105399"/>
                </a:lnTo>
                <a:lnTo>
                  <a:pt x="12375061" y="5143499"/>
                </a:lnTo>
                <a:lnTo>
                  <a:pt x="12358956" y="5194299"/>
                </a:lnTo>
                <a:lnTo>
                  <a:pt x="12342358" y="5232399"/>
                </a:lnTo>
                <a:lnTo>
                  <a:pt x="12325271" y="5270499"/>
                </a:lnTo>
                <a:lnTo>
                  <a:pt x="12307699" y="5321299"/>
                </a:lnTo>
                <a:lnTo>
                  <a:pt x="12289644" y="5359399"/>
                </a:lnTo>
                <a:lnTo>
                  <a:pt x="12271111" y="5397499"/>
                </a:lnTo>
                <a:lnTo>
                  <a:pt x="12252102" y="5448299"/>
                </a:lnTo>
                <a:lnTo>
                  <a:pt x="12232622" y="5486399"/>
                </a:lnTo>
                <a:lnTo>
                  <a:pt x="12212674" y="5524499"/>
                </a:lnTo>
                <a:lnTo>
                  <a:pt x="12192261" y="5562599"/>
                </a:lnTo>
                <a:lnTo>
                  <a:pt x="12171387" y="5600699"/>
                </a:lnTo>
                <a:lnTo>
                  <a:pt x="12150055" y="5638799"/>
                </a:lnTo>
                <a:lnTo>
                  <a:pt x="12128269" y="5689599"/>
                </a:lnTo>
                <a:lnTo>
                  <a:pt x="12106033" y="5727699"/>
                </a:lnTo>
                <a:lnTo>
                  <a:pt x="12083349" y="5765799"/>
                </a:lnTo>
                <a:lnTo>
                  <a:pt x="12060221" y="5803899"/>
                </a:lnTo>
                <a:lnTo>
                  <a:pt x="12036654" y="5841999"/>
                </a:lnTo>
                <a:lnTo>
                  <a:pt x="12012649" y="5880099"/>
                </a:lnTo>
                <a:lnTo>
                  <a:pt x="11988212" y="5918199"/>
                </a:lnTo>
                <a:lnTo>
                  <a:pt x="11963344" y="5956299"/>
                </a:lnTo>
                <a:lnTo>
                  <a:pt x="11938051" y="5994399"/>
                </a:lnTo>
                <a:lnTo>
                  <a:pt x="11912335" y="6019799"/>
                </a:lnTo>
                <a:lnTo>
                  <a:pt x="11886199" y="6057899"/>
                </a:lnTo>
                <a:lnTo>
                  <a:pt x="11859648" y="6095999"/>
                </a:lnTo>
                <a:lnTo>
                  <a:pt x="11832685" y="6134099"/>
                </a:lnTo>
                <a:lnTo>
                  <a:pt x="11805312" y="6172199"/>
                </a:lnTo>
                <a:lnTo>
                  <a:pt x="11777535" y="6210299"/>
                </a:lnTo>
                <a:lnTo>
                  <a:pt x="11749356" y="6235699"/>
                </a:lnTo>
                <a:lnTo>
                  <a:pt x="11720779" y="6273799"/>
                </a:lnTo>
                <a:lnTo>
                  <a:pt x="11691807" y="6311899"/>
                </a:lnTo>
                <a:lnTo>
                  <a:pt x="11662443" y="6337299"/>
                </a:lnTo>
                <a:lnTo>
                  <a:pt x="11632692" y="6375399"/>
                </a:lnTo>
                <a:lnTo>
                  <a:pt x="11602557" y="6413499"/>
                </a:lnTo>
                <a:lnTo>
                  <a:pt x="11572041" y="6438899"/>
                </a:lnTo>
                <a:lnTo>
                  <a:pt x="11541147" y="6476999"/>
                </a:lnTo>
                <a:lnTo>
                  <a:pt x="11509880" y="6502399"/>
                </a:lnTo>
                <a:lnTo>
                  <a:pt x="11478243" y="6540499"/>
                </a:lnTo>
                <a:lnTo>
                  <a:pt x="11446239" y="6565899"/>
                </a:lnTo>
                <a:lnTo>
                  <a:pt x="11413871" y="6603999"/>
                </a:lnTo>
                <a:lnTo>
                  <a:pt x="11348060" y="6654799"/>
                </a:lnTo>
                <a:lnTo>
                  <a:pt x="11314624" y="6692899"/>
                </a:lnTo>
                <a:lnTo>
                  <a:pt x="11246707" y="6743699"/>
                </a:lnTo>
                <a:lnTo>
                  <a:pt x="11212233" y="6781799"/>
                </a:lnTo>
                <a:lnTo>
                  <a:pt x="11142272" y="6832599"/>
                </a:lnTo>
                <a:lnTo>
                  <a:pt x="11034851" y="6908799"/>
                </a:lnTo>
                <a:lnTo>
                  <a:pt x="10924539" y="6984999"/>
                </a:lnTo>
                <a:lnTo>
                  <a:pt x="10811428" y="7061199"/>
                </a:lnTo>
                <a:lnTo>
                  <a:pt x="10695615" y="7137399"/>
                </a:lnTo>
                <a:lnTo>
                  <a:pt x="10656426" y="7150099"/>
                </a:lnTo>
                <a:lnTo>
                  <a:pt x="10577192" y="7200899"/>
                </a:lnTo>
                <a:lnTo>
                  <a:pt x="10537154" y="7213599"/>
                </a:lnTo>
                <a:lnTo>
                  <a:pt x="10456255" y="7264399"/>
                </a:lnTo>
                <a:lnTo>
                  <a:pt x="10415400" y="7277099"/>
                </a:lnTo>
                <a:lnTo>
                  <a:pt x="10374280" y="7302499"/>
                </a:lnTo>
                <a:lnTo>
                  <a:pt x="10332898" y="7315199"/>
                </a:lnTo>
                <a:lnTo>
                  <a:pt x="10291257" y="7340599"/>
                </a:lnTo>
                <a:lnTo>
                  <a:pt x="10207215" y="7365999"/>
                </a:lnTo>
                <a:lnTo>
                  <a:pt x="10164820" y="7391399"/>
                </a:lnTo>
                <a:lnTo>
                  <a:pt x="9992832" y="7442199"/>
                </a:lnTo>
                <a:lnTo>
                  <a:pt x="9949250" y="7467599"/>
                </a:lnTo>
                <a:lnTo>
                  <a:pt x="9772687" y="7518399"/>
                </a:lnTo>
                <a:lnTo>
                  <a:pt x="9728006" y="7518399"/>
                </a:lnTo>
                <a:lnTo>
                  <a:pt x="9547219" y="7569199"/>
                </a:lnTo>
                <a:lnTo>
                  <a:pt x="9501525" y="7569199"/>
                </a:lnTo>
                <a:lnTo>
                  <a:pt x="9409564" y="7594599"/>
                </a:lnTo>
                <a:lnTo>
                  <a:pt x="9363304" y="7594599"/>
                </a:lnTo>
                <a:lnTo>
                  <a:pt x="9316863" y="7607299"/>
                </a:lnTo>
                <a:lnTo>
                  <a:pt x="9270244" y="7607299"/>
                </a:lnTo>
                <a:lnTo>
                  <a:pt x="9223450" y="7619999"/>
                </a:lnTo>
                <a:lnTo>
                  <a:pt x="9129353" y="7619999"/>
                </a:lnTo>
                <a:lnTo>
                  <a:pt x="9082057" y="7632699"/>
                </a:lnTo>
                <a:close/>
              </a:path>
            </a:pathLst>
          </a:custGeom>
          <a:solidFill>
            <a:srgbClr val="D9D9D9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45599" y="3469322"/>
            <a:ext cx="633666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0" spc="1630" dirty="0">
                <a:latin typeface="Arial"/>
                <a:cs typeface="Arial"/>
              </a:rPr>
              <a:t>THANKS</a:t>
            </a:r>
            <a:endParaRPr sz="9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5599" y="5048491"/>
            <a:ext cx="4754880" cy="189230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5300" b="1" spc="885" dirty="0">
                <a:latin typeface="Arial"/>
                <a:cs typeface="Arial"/>
              </a:rPr>
              <a:t>FOR</a:t>
            </a:r>
            <a:endParaRPr sz="5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5300" b="1" spc="985" dirty="0">
                <a:latin typeface="Arial"/>
                <a:cs typeface="Arial"/>
              </a:rPr>
              <a:t>WATCHING</a:t>
            </a:r>
            <a:endParaRPr sz="5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36464" y="8874408"/>
            <a:ext cx="31356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88210" algn="l"/>
              </a:tabLst>
            </a:pPr>
            <a:r>
              <a:rPr sz="2300" b="1" spc="175" dirty="0">
                <a:latin typeface="Gadugi"/>
                <a:cs typeface="Gadugi"/>
              </a:rPr>
              <a:t>1411322014</a:t>
            </a:r>
            <a:r>
              <a:rPr sz="2300" b="1" dirty="0">
                <a:latin typeface="Gadugi"/>
                <a:cs typeface="Gadugi"/>
              </a:rPr>
              <a:t>	</a:t>
            </a:r>
            <a:r>
              <a:rPr sz="2600" b="1" spc="-185" dirty="0">
                <a:latin typeface="Malgun Gothic"/>
                <a:cs typeface="Malgun Gothic"/>
              </a:rPr>
              <a:t>黃玟潔</a:t>
            </a:r>
            <a:endParaRPr sz="2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398</Words>
  <Application>Microsoft Office PowerPoint</Application>
  <PresentationFormat>自訂</PresentationFormat>
  <Paragraphs>80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Malgun Gothic</vt:lpstr>
      <vt:lpstr>SimSun</vt:lpstr>
      <vt:lpstr>Yu Gothic UI</vt:lpstr>
      <vt:lpstr>Microsoft JhengHei</vt:lpstr>
      <vt:lpstr>Arial</vt:lpstr>
      <vt:lpstr>Gadugi</vt:lpstr>
      <vt:lpstr>Lucida Sans Unicode</vt:lpstr>
      <vt:lpstr>Tahoma</vt:lpstr>
      <vt:lpstr>Office Theme</vt:lpstr>
      <vt:lpstr>PowerPoint 簡報</vt:lpstr>
      <vt:lpstr>PowerPoint 簡報</vt:lpstr>
      <vt:lpstr>故事⼤綱</vt:lpstr>
      <vt:lpstr>遊戲名稱： BOUND TOGETHER</vt:lpstr>
      <vt:lpstr>標準字設計 TYPOGRAPHY</vt:lpstr>
      <vt:lpstr>遊戲流程 GAMEPLAY</vt:lpstr>
      <vt:lpstr>核⼼玩法與機制 CORE GAMEPLAY</vt:lpstr>
      <vt:lpstr>⾓⾊設計 CHARACTER DESIGN</vt:lpstr>
      <vt:lpstr>介⾯設計 USER INTERFACE</vt:lpstr>
      <vt:lpstr>遊戲畫⾯示意</vt:lpstr>
      <vt:lpstr>參考遊戲 GAME REFERENCE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遊戲名稱</dc:title>
  <dc:creator>014716黃玟潔</dc:creator>
  <cp:keywords>DAG3dH74gzs,BAFlVhn2eFs,0</cp:keywords>
  <cp:lastModifiedBy>玟潔 黃</cp:lastModifiedBy>
  <cp:revision>1</cp:revision>
  <dcterms:created xsi:type="dcterms:W3CDTF">2025-11-04T01:47:55Z</dcterms:created>
  <dcterms:modified xsi:type="dcterms:W3CDTF">2025-11-04T01:49:41Z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2025-11-04T00:00:00Z</vt:filetime>
  </property>
  <property fmtid="{D5CDD505-2E9C-101B-9397-08002B2CF9AE}" pid="5" name="Producer">
    <vt:lpwstr>Canva</vt:lpwstr>
  </property>
</Properties>
</file>